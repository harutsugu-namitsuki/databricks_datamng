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5" r:id="rId4"/>
    <p:sldMasterId id="2147483687" r:id="rId5"/>
    <p:sldMasterId id="2147483693" r:id="rId6"/>
  </p:sldMasterIdLst>
  <p:notesMasterIdLst>
    <p:notesMasterId r:id="rId26"/>
  </p:notesMasterIdLst>
  <p:sldIdLst>
    <p:sldId id="256" r:id="rId7"/>
    <p:sldId id="257" r:id="rId8"/>
    <p:sldId id="273" r:id="rId9"/>
    <p:sldId id="274" r:id="rId10"/>
    <p:sldId id="270" r:id="rId11"/>
    <p:sldId id="275" r:id="rId12"/>
    <p:sldId id="276" r:id="rId13"/>
    <p:sldId id="277" r:id="rId14"/>
    <p:sldId id="278" r:id="rId15"/>
    <p:sldId id="271" r:id="rId16"/>
    <p:sldId id="272" r:id="rId17"/>
    <p:sldId id="265" r:id="rId18"/>
    <p:sldId id="258" r:id="rId19"/>
    <p:sldId id="259" r:id="rId20"/>
    <p:sldId id="260" r:id="rId21"/>
    <p:sldId id="261" r:id="rId22"/>
    <p:sldId id="262" r:id="rId23"/>
    <p:sldId id="263" r:id="rId24"/>
    <p:sldId id="264" r:id="rId25"/>
  </p:sldIdLst>
  <p:sldSz cx="9144000" cy="5143500" type="screen16x9"/>
  <p:notesSz cx="7099300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5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2913" userDrawn="1">
          <p15:clr>
            <a:srgbClr val="A4A3A4"/>
          </p15:clr>
        </p15:guide>
        <p15:guide id="4" pos="317" userDrawn="1">
          <p15:clr>
            <a:srgbClr val="A4A3A4"/>
          </p15:clr>
        </p15:guide>
        <p15:guide id="5" pos="5352" userDrawn="1">
          <p15:clr>
            <a:srgbClr val="A4A3A4"/>
          </p15:clr>
        </p15:guide>
        <p15:guide id="6" pos="158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C7A8EA8-FE5B-97C7-252B-7F6162F705DA}" name="Minami Ogaki" initials="MO" userId="S::minami.ogaki.g709@dirbato.co.jp::b2a07026-cff1-45fe-8d2b-3b12e99fd92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4A6A"/>
    <a:srgbClr val="203256"/>
    <a:srgbClr val="49628D"/>
    <a:srgbClr val="1A2251"/>
    <a:srgbClr val="1C2856"/>
    <a:srgbClr val="C8CAD6"/>
    <a:srgbClr val="FFFFFF"/>
    <a:srgbClr val="E6E6E6"/>
    <a:srgbClr val="595959"/>
    <a:srgbClr val="1F2A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15A46E-FFED-4705-A254-3C2A72DD12BA}" v="24" dt="2026-03-29T16:18:50.9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スタイル (中間)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202B0CA-FC54-4496-8BCA-5EF66A818D29}" styleName="スタイル (濃色)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727" autoAdjust="0"/>
    <p:restoredTop sz="79552" autoAdjust="0"/>
  </p:normalViewPr>
  <p:slideViewPr>
    <p:cSldViewPr showGuides="1">
      <p:cViewPr varScale="1">
        <p:scale>
          <a:sx n="148" d="100"/>
          <a:sy n="148" d="100"/>
        </p:scale>
        <p:origin x="114" y="336"/>
      </p:cViewPr>
      <p:guideLst>
        <p:guide orient="horz" pos="685"/>
        <p:guide pos="2880"/>
        <p:guide orient="horz" pos="2913"/>
        <p:guide pos="317"/>
        <p:guide pos="5352"/>
        <p:guide pos="158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enong Mei(梅 月濃)" userId="e6685a25-1bc5-4a58-8438-cb63b0ea184f" providerId="ADAL" clId="{9EDEA3EC-83F1-4CFE-ACB3-67463D9BC2F6}"/>
    <pc:docChg chg="undo custSel addSld delSld modSld sldOrd addMainMaster delMainMaster modMainMaster delSection modSection">
      <pc:chgData name="Yuenong Mei(梅 月濃)" userId="e6685a25-1bc5-4a58-8438-cb63b0ea184f" providerId="ADAL" clId="{9EDEA3EC-83F1-4CFE-ACB3-67463D9BC2F6}" dt="2026-03-29T16:19:14.202" v="500" actId="14100"/>
      <pc:docMkLst>
        <pc:docMk/>
      </pc:docMkLst>
      <pc:sldChg chg="new">
        <pc:chgData name="Yuenong Mei(梅 月濃)" userId="e6685a25-1bc5-4a58-8438-cb63b0ea184f" providerId="ADAL" clId="{9EDEA3EC-83F1-4CFE-ACB3-67463D9BC2F6}" dt="2026-03-29T16:03:40.581" v="133" actId="680"/>
        <pc:sldMkLst>
          <pc:docMk/>
          <pc:sldMk cId="2033015197" sldId="256"/>
        </pc:sldMkLst>
      </pc:sldChg>
      <pc:sldChg chg="addSp delSp modSp new mod">
        <pc:chgData name="Yuenong Mei(梅 月濃)" userId="e6685a25-1bc5-4a58-8438-cb63b0ea184f" providerId="ADAL" clId="{9EDEA3EC-83F1-4CFE-ACB3-67463D9BC2F6}" dt="2026-03-29T16:14:09.938" v="432" actId="20577"/>
        <pc:sldMkLst>
          <pc:docMk/>
          <pc:sldMk cId="609620638" sldId="257"/>
        </pc:sldMkLst>
        <pc:spChg chg="mod">
          <ac:chgData name="Yuenong Mei(梅 月濃)" userId="e6685a25-1bc5-4a58-8438-cb63b0ea184f" providerId="ADAL" clId="{9EDEA3EC-83F1-4CFE-ACB3-67463D9BC2F6}" dt="2026-03-29T16:05:21.511" v="148" actId="20577"/>
          <ac:spMkLst>
            <pc:docMk/>
            <pc:sldMk cId="609620638" sldId="257"/>
            <ac:spMk id="2" creationId="{F6E22090-F0FF-02D0-6105-6913C728AB18}"/>
          </ac:spMkLst>
        </pc:spChg>
        <pc:spChg chg="del">
          <ac:chgData name="Yuenong Mei(梅 月濃)" userId="e6685a25-1bc5-4a58-8438-cb63b0ea184f" providerId="ADAL" clId="{9EDEA3EC-83F1-4CFE-ACB3-67463D9BC2F6}" dt="2026-03-29T16:05:08.075" v="144" actId="478"/>
          <ac:spMkLst>
            <pc:docMk/>
            <pc:sldMk cId="609620638" sldId="257"/>
            <ac:spMk id="3" creationId="{D43AB141-078A-BB33-3967-F81346452127}"/>
          </ac:spMkLst>
        </pc:spChg>
        <pc:spChg chg="del">
          <ac:chgData name="Yuenong Mei(梅 月濃)" userId="e6685a25-1bc5-4a58-8438-cb63b0ea184f" providerId="ADAL" clId="{9EDEA3EC-83F1-4CFE-ACB3-67463D9BC2F6}" dt="2026-03-29T16:05:08.075" v="144" actId="478"/>
          <ac:spMkLst>
            <pc:docMk/>
            <pc:sldMk cId="609620638" sldId="257"/>
            <ac:spMk id="4" creationId="{1E5F8891-91CD-DED4-40E6-5814CFB8E265}"/>
          </ac:spMkLst>
        </pc:spChg>
        <pc:spChg chg="add del mod">
          <ac:chgData name="Yuenong Mei(梅 月濃)" userId="e6685a25-1bc5-4a58-8438-cb63b0ea184f" providerId="ADAL" clId="{9EDEA3EC-83F1-4CFE-ACB3-67463D9BC2F6}" dt="2026-03-29T16:07:13.302" v="180" actId="478"/>
          <ac:spMkLst>
            <pc:docMk/>
            <pc:sldMk cId="609620638" sldId="257"/>
            <ac:spMk id="7" creationId="{BF38EC68-D784-4698-F75B-164B7BD16E90}"/>
          </ac:spMkLst>
        </pc:spChg>
        <pc:spChg chg="add mod">
          <ac:chgData name="Yuenong Mei(梅 月濃)" userId="e6685a25-1bc5-4a58-8438-cb63b0ea184f" providerId="ADAL" clId="{9EDEA3EC-83F1-4CFE-ACB3-67463D9BC2F6}" dt="2026-03-29T16:08:40.379" v="266" actId="20577"/>
          <ac:spMkLst>
            <pc:docMk/>
            <pc:sldMk cId="609620638" sldId="257"/>
            <ac:spMk id="12" creationId="{D313F49A-C25A-1FD4-FD36-C5D703EF316E}"/>
          </ac:spMkLst>
        </pc:spChg>
        <pc:spChg chg="mod">
          <ac:chgData name="Yuenong Mei(梅 月濃)" userId="e6685a25-1bc5-4a58-8438-cb63b0ea184f" providerId="ADAL" clId="{9EDEA3EC-83F1-4CFE-ACB3-67463D9BC2F6}" dt="2026-03-29T16:14:09.938" v="432" actId="20577"/>
          <ac:spMkLst>
            <pc:docMk/>
            <pc:sldMk cId="609620638" sldId="257"/>
            <ac:spMk id="16" creationId="{0261B53D-7AB5-7402-B37C-C55E9BC0E3DD}"/>
          </ac:spMkLst>
        </pc:spChg>
        <pc:grpChg chg="add mod">
          <ac:chgData name="Yuenong Mei(梅 月濃)" userId="e6685a25-1bc5-4a58-8438-cb63b0ea184f" providerId="ADAL" clId="{9EDEA3EC-83F1-4CFE-ACB3-67463D9BC2F6}" dt="2026-03-29T16:08:47.336" v="267" actId="164"/>
          <ac:grpSpMkLst>
            <pc:docMk/>
            <pc:sldMk cId="609620638" sldId="257"/>
            <ac:grpSpMk id="13" creationId="{8834F70B-5F4D-AB3F-9D8D-AFA8632F41A9}"/>
          </ac:grpSpMkLst>
        </pc:grpChg>
        <pc:grpChg chg="add mod">
          <ac:chgData name="Yuenong Mei(梅 月濃)" userId="e6685a25-1bc5-4a58-8438-cb63b0ea184f" providerId="ADAL" clId="{9EDEA3EC-83F1-4CFE-ACB3-67463D9BC2F6}" dt="2026-03-29T16:08:47.336" v="267" actId="164"/>
          <ac:grpSpMkLst>
            <pc:docMk/>
            <pc:sldMk cId="609620638" sldId="257"/>
            <ac:grpSpMk id="14" creationId="{9AAA3083-681B-CA48-76CC-692DFD89C1F8}"/>
          </ac:grpSpMkLst>
        </pc:grpChg>
        <pc:grpChg chg="add mod">
          <ac:chgData name="Yuenong Mei(梅 月濃)" userId="e6685a25-1bc5-4a58-8438-cb63b0ea184f" providerId="ADAL" clId="{9EDEA3EC-83F1-4CFE-ACB3-67463D9BC2F6}" dt="2026-03-29T16:08:57.535" v="270" actId="12788"/>
          <ac:grpSpMkLst>
            <pc:docMk/>
            <pc:sldMk cId="609620638" sldId="257"/>
            <ac:grpSpMk id="17" creationId="{6F479E95-3201-F0B9-D4F3-5320A7CDF30A}"/>
          </ac:grpSpMkLst>
        </pc:grpChg>
        <pc:picChg chg="add mod">
          <ac:chgData name="Yuenong Mei(梅 月濃)" userId="e6685a25-1bc5-4a58-8438-cb63b0ea184f" providerId="ADAL" clId="{9EDEA3EC-83F1-4CFE-ACB3-67463D9BC2F6}" dt="2026-03-29T16:09:02.947" v="272" actId="1076"/>
          <ac:picMkLst>
            <pc:docMk/>
            <pc:sldMk cId="609620638" sldId="257"/>
            <ac:picMk id="6" creationId="{147C6A1D-004A-8EDD-002F-7D30C2EA3B0F}"/>
          </ac:picMkLst>
        </pc:picChg>
        <pc:picChg chg="add mod">
          <ac:chgData name="Yuenong Mei(梅 月濃)" userId="e6685a25-1bc5-4a58-8438-cb63b0ea184f" providerId="ADAL" clId="{9EDEA3EC-83F1-4CFE-ACB3-67463D9BC2F6}" dt="2026-03-29T16:09:41.754" v="281" actId="1076"/>
          <ac:picMkLst>
            <pc:docMk/>
            <pc:sldMk cId="609620638" sldId="257"/>
            <ac:picMk id="19" creationId="{510553BD-F1A6-D83D-6C00-FB69F176CD33}"/>
          </ac:picMkLst>
        </pc:picChg>
        <pc:cxnChg chg="add mod">
          <ac:chgData name="Yuenong Mei(梅 月濃)" userId="e6685a25-1bc5-4a58-8438-cb63b0ea184f" providerId="ADAL" clId="{9EDEA3EC-83F1-4CFE-ACB3-67463D9BC2F6}" dt="2026-03-29T16:08:17.044" v="235" actId="164"/>
          <ac:cxnSpMkLst>
            <pc:docMk/>
            <pc:sldMk cId="609620638" sldId="257"/>
            <ac:cxnSpMk id="9" creationId="{AE463904-1063-3808-BCC8-D1BE4A330CD8}"/>
          </ac:cxnSpMkLst>
        </pc:cxnChg>
        <pc:cxnChg chg="mod">
          <ac:chgData name="Yuenong Mei(梅 月濃)" userId="e6685a25-1bc5-4a58-8438-cb63b0ea184f" providerId="ADAL" clId="{9EDEA3EC-83F1-4CFE-ACB3-67463D9BC2F6}" dt="2026-03-29T16:08:23.253" v="236" actId="571"/>
          <ac:cxnSpMkLst>
            <pc:docMk/>
            <pc:sldMk cId="609620638" sldId="257"/>
            <ac:cxnSpMk id="15" creationId="{74B294FC-DC9D-E1F7-D633-709FC95971D1}"/>
          </ac:cxnSpMkLst>
        </pc:cxnChg>
      </pc:sldChg>
      <pc:sldChg chg="add del">
        <pc:chgData name="Yuenong Mei(梅 月濃)" userId="e6685a25-1bc5-4a58-8438-cb63b0ea184f" providerId="ADAL" clId="{9EDEA3EC-83F1-4CFE-ACB3-67463D9BC2F6}" dt="2026-03-29T16:04:02.306" v="137"/>
        <pc:sldMkLst>
          <pc:docMk/>
          <pc:sldMk cId="3071884895" sldId="258"/>
        </pc:sldMkLst>
      </pc:sldChg>
      <pc:sldChg chg="add del">
        <pc:chgData name="Yuenong Mei(梅 月濃)" userId="e6685a25-1bc5-4a58-8438-cb63b0ea184f" providerId="ADAL" clId="{9EDEA3EC-83F1-4CFE-ACB3-67463D9BC2F6}" dt="2026-03-29T16:04:02.306" v="137"/>
        <pc:sldMkLst>
          <pc:docMk/>
          <pc:sldMk cId="1577959089" sldId="259"/>
        </pc:sldMkLst>
      </pc:sldChg>
      <pc:sldChg chg="add del">
        <pc:chgData name="Yuenong Mei(梅 月濃)" userId="e6685a25-1bc5-4a58-8438-cb63b0ea184f" providerId="ADAL" clId="{9EDEA3EC-83F1-4CFE-ACB3-67463D9BC2F6}" dt="2026-03-29T16:04:02.306" v="137"/>
        <pc:sldMkLst>
          <pc:docMk/>
          <pc:sldMk cId="2433733873" sldId="260"/>
        </pc:sldMkLst>
      </pc:sldChg>
      <pc:sldChg chg="add del">
        <pc:chgData name="Yuenong Mei(梅 月濃)" userId="e6685a25-1bc5-4a58-8438-cb63b0ea184f" providerId="ADAL" clId="{9EDEA3EC-83F1-4CFE-ACB3-67463D9BC2F6}" dt="2026-03-29T16:04:02.306" v="137"/>
        <pc:sldMkLst>
          <pc:docMk/>
          <pc:sldMk cId="2356184774" sldId="261"/>
        </pc:sldMkLst>
      </pc:sldChg>
      <pc:sldChg chg="add del">
        <pc:chgData name="Yuenong Mei(梅 月濃)" userId="e6685a25-1bc5-4a58-8438-cb63b0ea184f" providerId="ADAL" clId="{9EDEA3EC-83F1-4CFE-ACB3-67463D9BC2F6}" dt="2026-03-29T16:04:02.306" v="137"/>
        <pc:sldMkLst>
          <pc:docMk/>
          <pc:sldMk cId="4193905885" sldId="262"/>
        </pc:sldMkLst>
      </pc:sldChg>
      <pc:sldChg chg="add del">
        <pc:chgData name="Yuenong Mei(梅 月濃)" userId="e6685a25-1bc5-4a58-8438-cb63b0ea184f" providerId="ADAL" clId="{9EDEA3EC-83F1-4CFE-ACB3-67463D9BC2F6}" dt="2026-03-29T16:04:02.306" v="137"/>
        <pc:sldMkLst>
          <pc:docMk/>
          <pc:sldMk cId="1893567824" sldId="263"/>
        </pc:sldMkLst>
      </pc:sldChg>
      <pc:sldChg chg="add del">
        <pc:chgData name="Yuenong Mei(梅 月濃)" userId="e6685a25-1bc5-4a58-8438-cb63b0ea184f" providerId="ADAL" clId="{9EDEA3EC-83F1-4CFE-ACB3-67463D9BC2F6}" dt="2026-03-29T16:04:02.306" v="137"/>
        <pc:sldMkLst>
          <pc:docMk/>
          <pc:sldMk cId="3833437014" sldId="264"/>
        </pc:sldMkLst>
      </pc:sldChg>
      <pc:sldChg chg="new">
        <pc:chgData name="Yuenong Mei(梅 月濃)" userId="e6685a25-1bc5-4a58-8438-cb63b0ea184f" providerId="ADAL" clId="{9EDEA3EC-83F1-4CFE-ACB3-67463D9BC2F6}" dt="2026-03-29T16:04:08.274" v="138" actId="680"/>
        <pc:sldMkLst>
          <pc:docMk/>
          <pc:sldMk cId="3130422479" sldId="265"/>
        </pc:sldMkLst>
      </pc:sldChg>
      <pc:sldChg chg="add del">
        <pc:chgData name="Yuenong Mei(梅 月濃)" userId="e6685a25-1bc5-4a58-8438-cb63b0ea184f" providerId="ADAL" clId="{9EDEA3EC-83F1-4CFE-ACB3-67463D9BC2F6}" dt="2026-03-29T16:10:09.983" v="291" actId="47"/>
        <pc:sldMkLst>
          <pc:docMk/>
          <pc:sldMk cId="120529747" sldId="266"/>
        </pc:sldMkLst>
      </pc:sldChg>
      <pc:sldChg chg="add del">
        <pc:chgData name="Yuenong Mei(梅 月濃)" userId="e6685a25-1bc5-4a58-8438-cb63b0ea184f" providerId="ADAL" clId="{9EDEA3EC-83F1-4CFE-ACB3-67463D9BC2F6}" dt="2026-03-29T16:04:20.174" v="140"/>
        <pc:sldMkLst>
          <pc:docMk/>
          <pc:sldMk cId="2876429972" sldId="266"/>
        </pc:sldMkLst>
      </pc:sldChg>
      <pc:sldChg chg="add del">
        <pc:chgData name="Yuenong Mei(梅 月濃)" userId="e6685a25-1bc5-4a58-8438-cb63b0ea184f" providerId="ADAL" clId="{9EDEA3EC-83F1-4CFE-ACB3-67463D9BC2F6}" dt="2026-03-29T16:04:20.174" v="140"/>
        <pc:sldMkLst>
          <pc:docMk/>
          <pc:sldMk cId="267955533" sldId="267"/>
        </pc:sldMkLst>
      </pc:sldChg>
      <pc:sldChg chg="add del">
        <pc:chgData name="Yuenong Mei(梅 月濃)" userId="e6685a25-1bc5-4a58-8438-cb63b0ea184f" providerId="ADAL" clId="{9EDEA3EC-83F1-4CFE-ACB3-67463D9BC2F6}" dt="2026-03-29T16:11:52.543" v="350" actId="47"/>
        <pc:sldMkLst>
          <pc:docMk/>
          <pc:sldMk cId="3328036379" sldId="267"/>
        </pc:sldMkLst>
      </pc:sldChg>
      <pc:sldChg chg="add del ord">
        <pc:chgData name="Yuenong Mei(梅 月濃)" userId="e6685a25-1bc5-4a58-8438-cb63b0ea184f" providerId="ADAL" clId="{9EDEA3EC-83F1-4CFE-ACB3-67463D9BC2F6}" dt="2026-03-29T16:14:21.974" v="434" actId="47"/>
        <pc:sldMkLst>
          <pc:docMk/>
          <pc:sldMk cId="467650280" sldId="268"/>
        </pc:sldMkLst>
      </pc:sldChg>
      <pc:sldChg chg="add del">
        <pc:chgData name="Yuenong Mei(梅 月濃)" userId="e6685a25-1bc5-4a58-8438-cb63b0ea184f" providerId="ADAL" clId="{9EDEA3EC-83F1-4CFE-ACB3-67463D9BC2F6}" dt="2026-03-29T16:04:20.174" v="140"/>
        <pc:sldMkLst>
          <pc:docMk/>
          <pc:sldMk cId="1501789465" sldId="268"/>
        </pc:sldMkLst>
      </pc:sldChg>
      <pc:sldChg chg="add del">
        <pc:chgData name="Yuenong Mei(梅 月濃)" userId="e6685a25-1bc5-4a58-8438-cb63b0ea184f" providerId="ADAL" clId="{9EDEA3EC-83F1-4CFE-ACB3-67463D9BC2F6}" dt="2026-03-29T16:14:39.796" v="435" actId="47"/>
        <pc:sldMkLst>
          <pc:docMk/>
          <pc:sldMk cId="40384564" sldId="269"/>
        </pc:sldMkLst>
      </pc:sldChg>
      <pc:sldChg chg="add del">
        <pc:chgData name="Yuenong Mei(梅 月濃)" userId="e6685a25-1bc5-4a58-8438-cb63b0ea184f" providerId="ADAL" clId="{9EDEA3EC-83F1-4CFE-ACB3-67463D9BC2F6}" dt="2026-03-29T16:04:20.174" v="140"/>
        <pc:sldMkLst>
          <pc:docMk/>
          <pc:sldMk cId="2368677938" sldId="269"/>
        </pc:sldMkLst>
      </pc:sldChg>
      <pc:sldChg chg="add del">
        <pc:chgData name="Yuenong Mei(梅 月濃)" userId="e6685a25-1bc5-4a58-8438-cb63b0ea184f" providerId="ADAL" clId="{9EDEA3EC-83F1-4CFE-ACB3-67463D9BC2F6}" dt="2026-03-29T16:04:20.174" v="140"/>
        <pc:sldMkLst>
          <pc:docMk/>
          <pc:sldMk cId="3027807595" sldId="270"/>
        </pc:sldMkLst>
      </pc:sldChg>
      <pc:sldChg chg="add ord">
        <pc:chgData name="Yuenong Mei(梅 月濃)" userId="e6685a25-1bc5-4a58-8438-cb63b0ea184f" providerId="ADAL" clId="{9EDEA3EC-83F1-4CFE-ACB3-67463D9BC2F6}" dt="2026-03-29T16:14:49.417" v="445"/>
        <pc:sldMkLst>
          <pc:docMk/>
          <pc:sldMk cId="4084188889" sldId="270"/>
        </pc:sldMkLst>
      </pc:sldChg>
      <pc:sldChg chg="add">
        <pc:chgData name="Yuenong Mei(梅 月濃)" userId="e6685a25-1bc5-4a58-8438-cb63b0ea184f" providerId="ADAL" clId="{9EDEA3EC-83F1-4CFE-ACB3-67463D9BC2F6}" dt="2026-03-29T16:04:20.264" v="141"/>
        <pc:sldMkLst>
          <pc:docMk/>
          <pc:sldMk cId="1119567043" sldId="271"/>
        </pc:sldMkLst>
      </pc:sldChg>
      <pc:sldChg chg="add del">
        <pc:chgData name="Yuenong Mei(梅 月濃)" userId="e6685a25-1bc5-4a58-8438-cb63b0ea184f" providerId="ADAL" clId="{9EDEA3EC-83F1-4CFE-ACB3-67463D9BC2F6}" dt="2026-03-29T16:04:20.174" v="140"/>
        <pc:sldMkLst>
          <pc:docMk/>
          <pc:sldMk cId="2089523667" sldId="271"/>
        </pc:sldMkLst>
      </pc:sldChg>
      <pc:sldChg chg="add">
        <pc:chgData name="Yuenong Mei(梅 月濃)" userId="e6685a25-1bc5-4a58-8438-cb63b0ea184f" providerId="ADAL" clId="{9EDEA3EC-83F1-4CFE-ACB3-67463D9BC2F6}" dt="2026-03-29T16:04:20.264" v="141"/>
        <pc:sldMkLst>
          <pc:docMk/>
          <pc:sldMk cId="3537678817" sldId="272"/>
        </pc:sldMkLst>
      </pc:sldChg>
      <pc:sldChg chg="add del">
        <pc:chgData name="Yuenong Mei(梅 月濃)" userId="e6685a25-1bc5-4a58-8438-cb63b0ea184f" providerId="ADAL" clId="{9EDEA3EC-83F1-4CFE-ACB3-67463D9BC2F6}" dt="2026-03-29T16:04:20.174" v="140"/>
        <pc:sldMkLst>
          <pc:docMk/>
          <pc:sldMk cId="3645138070" sldId="272"/>
        </pc:sldMkLst>
      </pc:sldChg>
      <pc:sldChg chg="addSp delSp modSp add mod">
        <pc:chgData name="Yuenong Mei(梅 月濃)" userId="e6685a25-1bc5-4a58-8438-cb63b0ea184f" providerId="ADAL" clId="{9EDEA3EC-83F1-4CFE-ACB3-67463D9BC2F6}" dt="2026-03-29T16:14:12.644" v="433"/>
        <pc:sldMkLst>
          <pc:docMk/>
          <pc:sldMk cId="4085247688" sldId="273"/>
        </pc:sldMkLst>
        <pc:spChg chg="mod">
          <ac:chgData name="Yuenong Mei(梅 月濃)" userId="e6685a25-1bc5-4a58-8438-cb63b0ea184f" providerId="ADAL" clId="{9EDEA3EC-83F1-4CFE-ACB3-67463D9BC2F6}" dt="2026-03-29T16:13:05.907" v="393" actId="20577"/>
          <ac:spMkLst>
            <pc:docMk/>
            <pc:sldMk cId="4085247688" sldId="273"/>
            <ac:spMk id="2" creationId="{8EC3485C-12F0-A870-E958-3F8BC304C272}"/>
          </ac:spMkLst>
        </pc:spChg>
        <pc:spChg chg="add mod">
          <ac:chgData name="Yuenong Mei(梅 月濃)" userId="e6685a25-1bc5-4a58-8438-cb63b0ea184f" providerId="ADAL" clId="{9EDEA3EC-83F1-4CFE-ACB3-67463D9BC2F6}" dt="2026-03-29T16:13:39.745" v="405" actId="12788"/>
          <ac:spMkLst>
            <pc:docMk/>
            <pc:sldMk cId="4085247688" sldId="273"/>
            <ac:spMk id="8" creationId="{589C7242-75B4-6C77-067A-4D0D6D9C2572}"/>
          </ac:spMkLst>
        </pc:spChg>
        <pc:spChg chg="mod">
          <ac:chgData name="Yuenong Mei(梅 月濃)" userId="e6685a25-1bc5-4a58-8438-cb63b0ea184f" providerId="ADAL" clId="{9EDEA3EC-83F1-4CFE-ACB3-67463D9BC2F6}" dt="2026-03-29T16:14:12.644" v="433"/>
          <ac:spMkLst>
            <pc:docMk/>
            <pc:sldMk cId="4085247688" sldId="273"/>
            <ac:spMk id="12" creationId="{3ABC557E-39D1-13A5-FF4E-3E8DAF3F5323}"/>
          </ac:spMkLst>
        </pc:spChg>
        <pc:spChg chg="mod">
          <ac:chgData name="Yuenong Mei(梅 月濃)" userId="e6685a25-1bc5-4a58-8438-cb63b0ea184f" providerId="ADAL" clId="{9EDEA3EC-83F1-4CFE-ACB3-67463D9BC2F6}" dt="2026-03-29T16:14:12.644" v="433"/>
          <ac:spMkLst>
            <pc:docMk/>
            <pc:sldMk cId="4085247688" sldId="273"/>
            <ac:spMk id="16" creationId="{26133281-D287-D79C-940C-DD599B156633}"/>
          </ac:spMkLst>
        </pc:spChg>
        <pc:grpChg chg="add del mod ord">
          <ac:chgData name="Yuenong Mei(梅 月濃)" userId="e6685a25-1bc5-4a58-8438-cb63b0ea184f" providerId="ADAL" clId="{9EDEA3EC-83F1-4CFE-ACB3-67463D9BC2F6}" dt="2026-03-29T16:12:50.450" v="364" actId="478"/>
          <ac:grpSpMkLst>
            <pc:docMk/>
            <pc:sldMk cId="4085247688" sldId="273"/>
            <ac:grpSpMk id="3" creationId="{2F1F190F-6FCC-97C7-0FFD-4FF207D80DD0}"/>
          </ac:grpSpMkLst>
        </pc:grpChg>
        <pc:grpChg chg="mod">
          <ac:chgData name="Yuenong Mei(梅 月濃)" userId="e6685a25-1bc5-4a58-8438-cb63b0ea184f" providerId="ADAL" clId="{9EDEA3EC-83F1-4CFE-ACB3-67463D9BC2F6}" dt="2026-03-29T16:14:12.644" v="433"/>
          <ac:grpSpMkLst>
            <pc:docMk/>
            <pc:sldMk cId="4085247688" sldId="273"/>
            <ac:grpSpMk id="13" creationId="{CF785F68-0ED6-8C33-04F9-1EBA17EF7A62}"/>
          </ac:grpSpMkLst>
        </pc:grpChg>
        <pc:grpChg chg="mod">
          <ac:chgData name="Yuenong Mei(梅 月濃)" userId="e6685a25-1bc5-4a58-8438-cb63b0ea184f" providerId="ADAL" clId="{9EDEA3EC-83F1-4CFE-ACB3-67463D9BC2F6}" dt="2026-03-29T16:14:12.644" v="433"/>
          <ac:grpSpMkLst>
            <pc:docMk/>
            <pc:sldMk cId="4085247688" sldId="273"/>
            <ac:grpSpMk id="14" creationId="{DBCEAC96-B972-454E-E7DF-30CDC305534E}"/>
          </ac:grpSpMkLst>
        </pc:grpChg>
        <pc:grpChg chg="mod">
          <ac:chgData name="Yuenong Mei(梅 月濃)" userId="e6685a25-1bc5-4a58-8438-cb63b0ea184f" providerId="ADAL" clId="{9EDEA3EC-83F1-4CFE-ACB3-67463D9BC2F6}" dt="2026-03-29T16:14:12.644" v="433"/>
          <ac:grpSpMkLst>
            <pc:docMk/>
            <pc:sldMk cId="4085247688" sldId="273"/>
            <ac:grpSpMk id="17" creationId="{33012A69-A0E1-8EDA-E219-7C076756F76F}"/>
          </ac:grpSpMkLst>
        </pc:grpChg>
        <pc:grpChg chg="add mod">
          <ac:chgData name="Yuenong Mei(梅 月濃)" userId="e6685a25-1bc5-4a58-8438-cb63b0ea184f" providerId="ADAL" clId="{9EDEA3EC-83F1-4CFE-ACB3-67463D9BC2F6}" dt="2026-03-29T16:13:47.296" v="409" actId="1076"/>
          <ac:grpSpMkLst>
            <pc:docMk/>
            <pc:sldMk cId="4085247688" sldId="273"/>
            <ac:grpSpMk id="18" creationId="{B5B0B644-5474-C372-93B2-4682A98077B5}"/>
          </ac:grpSpMkLst>
        </pc:grpChg>
        <pc:picChg chg="mod">
          <ac:chgData name="Yuenong Mei(梅 月濃)" userId="e6685a25-1bc5-4a58-8438-cb63b0ea184f" providerId="ADAL" clId="{9EDEA3EC-83F1-4CFE-ACB3-67463D9BC2F6}" dt="2026-03-29T16:10:27.436" v="331" actId="108"/>
          <ac:picMkLst>
            <pc:docMk/>
            <pc:sldMk cId="4085247688" sldId="273"/>
            <ac:picMk id="4" creationId="{B9C0F36D-1807-646A-59F9-870C6B443AC0}"/>
          </ac:picMkLst>
        </pc:picChg>
        <pc:picChg chg="del">
          <ac:chgData name="Yuenong Mei(梅 月濃)" userId="e6685a25-1bc5-4a58-8438-cb63b0ea184f" providerId="ADAL" clId="{9EDEA3EC-83F1-4CFE-ACB3-67463D9BC2F6}" dt="2026-03-29T16:09:53.965" v="283" actId="478"/>
          <ac:picMkLst>
            <pc:docMk/>
            <pc:sldMk cId="4085247688" sldId="273"/>
            <ac:picMk id="6" creationId="{A8993E94-4880-9803-B9D9-47BD7961F1EE}"/>
          </ac:picMkLst>
        </pc:picChg>
        <pc:picChg chg="mod">
          <ac:chgData name="Yuenong Mei(梅 月濃)" userId="e6685a25-1bc5-4a58-8438-cb63b0ea184f" providerId="ADAL" clId="{9EDEA3EC-83F1-4CFE-ACB3-67463D9BC2F6}" dt="2026-03-29T16:11:19.322" v="347" actId="1076"/>
          <ac:picMkLst>
            <pc:docMk/>
            <pc:sldMk cId="4085247688" sldId="273"/>
            <ac:picMk id="7" creationId="{59A4D594-9443-84BA-2412-B30D90279B81}"/>
          </ac:picMkLst>
        </pc:picChg>
        <pc:picChg chg="add mod">
          <ac:chgData name="Yuenong Mei(梅 月濃)" userId="e6685a25-1bc5-4a58-8438-cb63b0ea184f" providerId="ADAL" clId="{9EDEA3EC-83F1-4CFE-ACB3-67463D9BC2F6}" dt="2026-03-29T16:13:56.319" v="414" actId="1076"/>
          <ac:picMkLst>
            <pc:docMk/>
            <pc:sldMk cId="4085247688" sldId="273"/>
            <ac:picMk id="11" creationId="{3B2B3C3A-89D5-2E78-4265-A1007CBB192C}"/>
          </ac:picMkLst>
        </pc:picChg>
        <pc:picChg chg="del">
          <ac:chgData name="Yuenong Mei(梅 月濃)" userId="e6685a25-1bc5-4a58-8438-cb63b0ea184f" providerId="ADAL" clId="{9EDEA3EC-83F1-4CFE-ACB3-67463D9BC2F6}" dt="2026-03-29T16:09:53.965" v="283" actId="478"/>
          <ac:picMkLst>
            <pc:docMk/>
            <pc:sldMk cId="4085247688" sldId="273"/>
            <ac:picMk id="19" creationId="{92EB1453-1E3E-DAB6-AEEC-96B1F085E56A}"/>
          </ac:picMkLst>
        </pc:picChg>
        <pc:picChg chg="mod">
          <ac:chgData name="Yuenong Mei(梅 月濃)" userId="e6685a25-1bc5-4a58-8438-cb63b0ea184f" providerId="ADAL" clId="{9EDEA3EC-83F1-4CFE-ACB3-67463D9BC2F6}" dt="2026-03-29T16:13:23.493" v="397"/>
          <ac:picMkLst>
            <pc:docMk/>
            <pc:sldMk cId="4085247688" sldId="273"/>
            <ac:picMk id="20" creationId="{F14B6669-201D-8A62-B468-26C43E55C26A}"/>
          </ac:picMkLst>
        </pc:picChg>
        <pc:picChg chg="mod">
          <ac:chgData name="Yuenong Mei(梅 月濃)" userId="e6685a25-1bc5-4a58-8438-cb63b0ea184f" providerId="ADAL" clId="{9EDEA3EC-83F1-4CFE-ACB3-67463D9BC2F6}" dt="2026-03-29T16:13:31.034" v="402" actId="1035"/>
          <ac:picMkLst>
            <pc:docMk/>
            <pc:sldMk cId="4085247688" sldId="273"/>
            <ac:picMk id="21" creationId="{4B0034AD-9E1B-989F-4D2F-4390F0277E0E}"/>
          </ac:picMkLst>
        </pc:picChg>
        <pc:cxnChg chg="mod">
          <ac:chgData name="Yuenong Mei(梅 月濃)" userId="e6685a25-1bc5-4a58-8438-cb63b0ea184f" providerId="ADAL" clId="{9EDEA3EC-83F1-4CFE-ACB3-67463D9BC2F6}" dt="2026-03-29T16:14:12.644" v="433"/>
          <ac:cxnSpMkLst>
            <pc:docMk/>
            <pc:sldMk cId="4085247688" sldId="273"/>
            <ac:cxnSpMk id="9" creationId="{827E65AC-E0E2-60F1-D36C-C8CEEBA0219F}"/>
          </ac:cxnSpMkLst>
        </pc:cxnChg>
        <pc:cxnChg chg="mod">
          <ac:chgData name="Yuenong Mei(梅 月濃)" userId="e6685a25-1bc5-4a58-8438-cb63b0ea184f" providerId="ADAL" clId="{9EDEA3EC-83F1-4CFE-ACB3-67463D9BC2F6}" dt="2026-03-29T16:14:12.644" v="433"/>
          <ac:cxnSpMkLst>
            <pc:docMk/>
            <pc:sldMk cId="4085247688" sldId="273"/>
            <ac:cxnSpMk id="15" creationId="{CB2D2AE9-BF5D-3F6D-E4E7-8BA9705FB7AF}"/>
          </ac:cxnSpMkLst>
        </pc:cxnChg>
      </pc:sldChg>
      <pc:sldChg chg="addSp delSp modSp add mod ord">
        <pc:chgData name="Yuenong Mei(梅 月濃)" userId="e6685a25-1bc5-4a58-8438-cb63b0ea184f" providerId="ADAL" clId="{9EDEA3EC-83F1-4CFE-ACB3-67463D9BC2F6}" dt="2026-03-29T16:19:14.202" v="500" actId="14100"/>
        <pc:sldMkLst>
          <pc:docMk/>
          <pc:sldMk cId="1528469775" sldId="274"/>
        </pc:sldMkLst>
        <pc:spChg chg="mod">
          <ac:chgData name="Yuenong Mei(梅 月濃)" userId="e6685a25-1bc5-4a58-8438-cb63b0ea184f" providerId="ADAL" clId="{9EDEA3EC-83F1-4CFE-ACB3-67463D9BC2F6}" dt="2026-03-29T16:14:58.339" v="477" actId="20577"/>
          <ac:spMkLst>
            <pc:docMk/>
            <pc:sldMk cId="1528469775" sldId="274"/>
            <ac:spMk id="2" creationId="{FF45AB0A-3EEC-F496-1839-7D8EF5265226}"/>
          </ac:spMkLst>
        </pc:spChg>
        <pc:spChg chg="add mod">
          <ac:chgData name="Yuenong Mei(梅 月濃)" userId="e6685a25-1bc5-4a58-8438-cb63b0ea184f" providerId="ADAL" clId="{9EDEA3EC-83F1-4CFE-ACB3-67463D9BC2F6}" dt="2026-03-29T16:18:40.321" v="490" actId="14100"/>
          <ac:spMkLst>
            <pc:docMk/>
            <pc:sldMk cId="1528469775" sldId="274"/>
            <ac:spMk id="7" creationId="{75E05814-07A6-C4F8-B70B-53795C721CAB}"/>
          </ac:spMkLst>
        </pc:spChg>
        <pc:spChg chg="add mod">
          <ac:chgData name="Yuenong Mei(梅 月濃)" userId="e6685a25-1bc5-4a58-8438-cb63b0ea184f" providerId="ADAL" clId="{9EDEA3EC-83F1-4CFE-ACB3-67463D9BC2F6}" dt="2026-03-29T16:18:50.902" v="491" actId="571"/>
          <ac:spMkLst>
            <pc:docMk/>
            <pc:sldMk cId="1528469775" sldId="274"/>
            <ac:spMk id="8" creationId="{72CBFA1C-EB6E-0086-B669-836F819C4939}"/>
          </ac:spMkLst>
        </pc:spChg>
        <pc:grpChg chg="mod">
          <ac:chgData name="Yuenong Mei(梅 月濃)" userId="e6685a25-1bc5-4a58-8438-cb63b0ea184f" providerId="ADAL" clId="{9EDEA3EC-83F1-4CFE-ACB3-67463D9BC2F6}" dt="2026-03-29T16:15:08.595" v="480" actId="1076"/>
          <ac:grpSpMkLst>
            <pc:docMk/>
            <pc:sldMk cId="1528469775" sldId="274"/>
            <ac:grpSpMk id="17" creationId="{77972C78-AA5A-4380-8146-15DD8B9BE62B}"/>
          </ac:grpSpMkLst>
        </pc:grpChg>
        <pc:picChg chg="add del mod">
          <ac:chgData name="Yuenong Mei(梅 月濃)" userId="e6685a25-1bc5-4a58-8438-cb63b0ea184f" providerId="ADAL" clId="{9EDEA3EC-83F1-4CFE-ACB3-67463D9BC2F6}" dt="2026-03-29T16:18:14.484" v="483" actId="478"/>
          <ac:picMkLst>
            <pc:docMk/>
            <pc:sldMk cId="1528469775" sldId="274"/>
            <ac:picMk id="3" creationId="{CD79FF23-8A1C-6545-CCCC-B3DEE1AE682A}"/>
          </ac:picMkLst>
        </pc:picChg>
        <pc:picChg chg="add mod">
          <ac:chgData name="Yuenong Mei(梅 月濃)" userId="e6685a25-1bc5-4a58-8438-cb63b0ea184f" providerId="ADAL" clId="{9EDEA3EC-83F1-4CFE-ACB3-67463D9BC2F6}" dt="2026-03-29T16:19:14.202" v="500" actId="14100"/>
          <ac:picMkLst>
            <pc:docMk/>
            <pc:sldMk cId="1528469775" sldId="274"/>
            <ac:picMk id="11" creationId="{840517F9-5A91-605F-F149-11FBA983A910}"/>
          </ac:picMkLst>
        </pc:picChg>
        <pc:cxnChg chg="add del">
          <ac:chgData name="Yuenong Mei(梅 月濃)" userId="e6685a25-1bc5-4a58-8438-cb63b0ea184f" providerId="ADAL" clId="{9EDEA3EC-83F1-4CFE-ACB3-67463D9BC2F6}" dt="2026-03-29T16:18:27.064" v="485" actId="478"/>
          <ac:cxnSpMkLst>
            <pc:docMk/>
            <pc:sldMk cId="1528469775" sldId="274"/>
            <ac:cxnSpMk id="6" creationId="{67C5E8EE-B459-0D1E-9D38-9CA542247C9E}"/>
          </ac:cxnSpMkLst>
        </pc:cxnChg>
      </pc:sldChg>
      <pc:sldChg chg="add ord">
        <pc:chgData name="Yuenong Mei(梅 月濃)" userId="e6685a25-1bc5-4a58-8438-cb63b0ea184f" providerId="ADAL" clId="{9EDEA3EC-83F1-4CFE-ACB3-67463D9BC2F6}" dt="2026-03-29T16:10:03.547" v="290"/>
        <pc:sldMkLst>
          <pc:docMk/>
          <pc:sldMk cId="3153311667" sldId="275"/>
        </pc:sldMkLst>
      </pc:sldChg>
      <pc:sldChg chg="add ord">
        <pc:chgData name="Yuenong Mei(梅 月濃)" userId="e6685a25-1bc5-4a58-8438-cb63b0ea184f" providerId="ADAL" clId="{9EDEA3EC-83F1-4CFE-ACB3-67463D9BC2F6}" dt="2026-03-29T16:10:03.547" v="290"/>
        <pc:sldMkLst>
          <pc:docMk/>
          <pc:sldMk cId="2310877396" sldId="276"/>
        </pc:sldMkLst>
      </pc:sldChg>
      <pc:sldChg chg="add ord">
        <pc:chgData name="Yuenong Mei(梅 月濃)" userId="e6685a25-1bc5-4a58-8438-cb63b0ea184f" providerId="ADAL" clId="{9EDEA3EC-83F1-4CFE-ACB3-67463D9BC2F6}" dt="2026-03-29T16:10:03.547" v="290"/>
        <pc:sldMkLst>
          <pc:docMk/>
          <pc:sldMk cId="102259025" sldId="277"/>
        </pc:sldMkLst>
      </pc:sldChg>
      <pc:sldChg chg="add ord">
        <pc:chgData name="Yuenong Mei(梅 月濃)" userId="e6685a25-1bc5-4a58-8438-cb63b0ea184f" providerId="ADAL" clId="{9EDEA3EC-83F1-4CFE-ACB3-67463D9BC2F6}" dt="2026-03-29T16:10:03.547" v="290"/>
        <pc:sldMkLst>
          <pc:docMk/>
          <pc:sldMk cId="857372481" sldId="278"/>
        </pc:sldMkLst>
      </pc:sldChg>
      <pc:sldChg chg="del">
        <pc:chgData name="Yuenong Mei(梅 月濃)" userId="e6685a25-1bc5-4a58-8438-cb63b0ea184f" providerId="ADAL" clId="{9EDEA3EC-83F1-4CFE-ACB3-67463D9BC2F6}" dt="2026-03-29T16:03:39.841" v="132" actId="47"/>
        <pc:sldMkLst>
          <pc:docMk/>
          <pc:sldMk cId="1587107069" sldId="725"/>
        </pc:sldMkLst>
      </pc:sldChg>
      <pc:sldChg chg="del">
        <pc:chgData name="Yuenong Mei(梅 月濃)" userId="e6685a25-1bc5-4a58-8438-cb63b0ea184f" providerId="ADAL" clId="{9EDEA3EC-83F1-4CFE-ACB3-67463D9BC2F6}" dt="2026-03-29T16:03:39.841" v="132" actId="47"/>
        <pc:sldMkLst>
          <pc:docMk/>
          <pc:sldMk cId="841509981" sldId="755"/>
        </pc:sldMkLst>
      </pc:sldChg>
      <pc:sldChg chg="del">
        <pc:chgData name="Yuenong Mei(梅 月濃)" userId="e6685a25-1bc5-4a58-8438-cb63b0ea184f" providerId="ADAL" clId="{9EDEA3EC-83F1-4CFE-ACB3-67463D9BC2F6}" dt="2026-03-29T16:03:39.841" v="132" actId="47"/>
        <pc:sldMkLst>
          <pc:docMk/>
          <pc:sldMk cId="3923769478" sldId="763"/>
        </pc:sldMkLst>
      </pc:sldChg>
      <pc:sldChg chg="del">
        <pc:chgData name="Yuenong Mei(梅 月濃)" userId="e6685a25-1bc5-4a58-8438-cb63b0ea184f" providerId="ADAL" clId="{9EDEA3EC-83F1-4CFE-ACB3-67463D9BC2F6}" dt="2026-03-29T16:03:39.841" v="132" actId="47"/>
        <pc:sldMkLst>
          <pc:docMk/>
          <pc:sldMk cId="1615507440" sldId="764"/>
        </pc:sldMkLst>
      </pc:sldChg>
      <pc:sldChg chg="del">
        <pc:chgData name="Yuenong Mei(梅 月濃)" userId="e6685a25-1bc5-4a58-8438-cb63b0ea184f" providerId="ADAL" clId="{9EDEA3EC-83F1-4CFE-ACB3-67463D9BC2F6}" dt="2026-03-29T16:03:39.841" v="132" actId="47"/>
        <pc:sldMkLst>
          <pc:docMk/>
          <pc:sldMk cId="2629861754" sldId="9599"/>
        </pc:sldMkLst>
      </pc:sldChg>
      <pc:sldMasterChg chg="new del mod addSldLayout delSldLayout">
        <pc:chgData name="Yuenong Mei(梅 月濃)" userId="e6685a25-1bc5-4a58-8438-cb63b0ea184f" providerId="ADAL" clId="{9EDEA3EC-83F1-4CFE-ACB3-67463D9BC2F6}" dt="2026-03-29T16:04:59" v="143" actId="6938"/>
        <pc:sldMasterMkLst>
          <pc:docMk/>
          <pc:sldMasterMk cId="1971036004" sldId="2147483705"/>
        </pc:sldMasterMkLst>
        <pc:sldLayoutChg chg="new del replId">
          <pc:chgData name="Yuenong Mei(梅 月濃)" userId="e6685a25-1bc5-4a58-8438-cb63b0ea184f" providerId="ADAL" clId="{9EDEA3EC-83F1-4CFE-ACB3-67463D9BC2F6}" dt="2026-03-29T16:04:59" v="143" actId="6938"/>
          <pc:sldLayoutMkLst>
            <pc:docMk/>
            <pc:sldMasterMk cId="1971036004" sldId="2147483705"/>
            <pc:sldLayoutMk cId="2114753523" sldId="2147483706"/>
          </pc:sldLayoutMkLst>
        </pc:sldLayoutChg>
        <pc:sldLayoutChg chg="new del replId">
          <pc:chgData name="Yuenong Mei(梅 月濃)" userId="e6685a25-1bc5-4a58-8438-cb63b0ea184f" providerId="ADAL" clId="{9EDEA3EC-83F1-4CFE-ACB3-67463D9BC2F6}" dt="2026-03-29T16:04:59" v="143" actId="6938"/>
          <pc:sldLayoutMkLst>
            <pc:docMk/>
            <pc:sldMasterMk cId="1971036004" sldId="2147483705"/>
            <pc:sldLayoutMk cId="1125245123" sldId="2147483707"/>
          </pc:sldLayoutMkLst>
        </pc:sldLayoutChg>
        <pc:sldLayoutChg chg="new del replId">
          <pc:chgData name="Yuenong Mei(梅 月濃)" userId="e6685a25-1bc5-4a58-8438-cb63b0ea184f" providerId="ADAL" clId="{9EDEA3EC-83F1-4CFE-ACB3-67463D9BC2F6}" dt="2026-03-29T16:04:59" v="143" actId="6938"/>
          <pc:sldLayoutMkLst>
            <pc:docMk/>
            <pc:sldMasterMk cId="1971036004" sldId="2147483705"/>
            <pc:sldLayoutMk cId="2897296911" sldId="2147483708"/>
          </pc:sldLayoutMkLst>
        </pc:sldLayoutChg>
        <pc:sldLayoutChg chg="new del replId">
          <pc:chgData name="Yuenong Mei(梅 月濃)" userId="e6685a25-1bc5-4a58-8438-cb63b0ea184f" providerId="ADAL" clId="{9EDEA3EC-83F1-4CFE-ACB3-67463D9BC2F6}" dt="2026-03-29T16:04:59" v="143" actId="6938"/>
          <pc:sldLayoutMkLst>
            <pc:docMk/>
            <pc:sldMasterMk cId="1971036004" sldId="2147483705"/>
            <pc:sldLayoutMk cId="3470377105" sldId="2147483709"/>
          </pc:sldLayoutMkLst>
        </pc:sldLayoutChg>
        <pc:sldLayoutChg chg="new del replId">
          <pc:chgData name="Yuenong Mei(梅 月濃)" userId="e6685a25-1bc5-4a58-8438-cb63b0ea184f" providerId="ADAL" clId="{9EDEA3EC-83F1-4CFE-ACB3-67463D9BC2F6}" dt="2026-03-29T16:04:59" v="143" actId="6938"/>
          <pc:sldLayoutMkLst>
            <pc:docMk/>
            <pc:sldMasterMk cId="1971036004" sldId="2147483705"/>
            <pc:sldLayoutMk cId="3803141393" sldId="2147483710"/>
          </pc:sldLayoutMkLst>
        </pc:sldLayoutChg>
        <pc:sldLayoutChg chg="new del replId">
          <pc:chgData name="Yuenong Mei(梅 月濃)" userId="e6685a25-1bc5-4a58-8438-cb63b0ea184f" providerId="ADAL" clId="{9EDEA3EC-83F1-4CFE-ACB3-67463D9BC2F6}" dt="2026-03-29T16:04:59" v="143" actId="6938"/>
          <pc:sldLayoutMkLst>
            <pc:docMk/>
            <pc:sldMasterMk cId="1971036004" sldId="2147483705"/>
            <pc:sldLayoutMk cId="4126788176" sldId="2147483711"/>
          </pc:sldLayoutMkLst>
        </pc:sldLayoutChg>
        <pc:sldLayoutChg chg="new del replId">
          <pc:chgData name="Yuenong Mei(梅 月濃)" userId="e6685a25-1bc5-4a58-8438-cb63b0ea184f" providerId="ADAL" clId="{9EDEA3EC-83F1-4CFE-ACB3-67463D9BC2F6}" dt="2026-03-29T16:04:59" v="143" actId="6938"/>
          <pc:sldLayoutMkLst>
            <pc:docMk/>
            <pc:sldMasterMk cId="1971036004" sldId="2147483705"/>
            <pc:sldLayoutMk cId="1822025321" sldId="2147483712"/>
          </pc:sldLayoutMkLst>
        </pc:sldLayoutChg>
        <pc:sldLayoutChg chg="new del replId">
          <pc:chgData name="Yuenong Mei(梅 月濃)" userId="e6685a25-1bc5-4a58-8438-cb63b0ea184f" providerId="ADAL" clId="{9EDEA3EC-83F1-4CFE-ACB3-67463D9BC2F6}" dt="2026-03-29T16:04:59" v="143" actId="6938"/>
          <pc:sldLayoutMkLst>
            <pc:docMk/>
            <pc:sldMasterMk cId="1971036004" sldId="2147483705"/>
            <pc:sldLayoutMk cId="1822208648" sldId="2147483713"/>
          </pc:sldLayoutMkLst>
        </pc:sldLayoutChg>
        <pc:sldLayoutChg chg="new del replId">
          <pc:chgData name="Yuenong Mei(梅 月濃)" userId="e6685a25-1bc5-4a58-8438-cb63b0ea184f" providerId="ADAL" clId="{9EDEA3EC-83F1-4CFE-ACB3-67463D9BC2F6}" dt="2026-03-29T16:04:59" v="143" actId="6938"/>
          <pc:sldLayoutMkLst>
            <pc:docMk/>
            <pc:sldMasterMk cId="1971036004" sldId="2147483705"/>
            <pc:sldLayoutMk cId="279193317" sldId="2147483714"/>
          </pc:sldLayoutMkLst>
        </pc:sldLayoutChg>
        <pc:sldLayoutChg chg="new del replId">
          <pc:chgData name="Yuenong Mei(梅 月濃)" userId="e6685a25-1bc5-4a58-8438-cb63b0ea184f" providerId="ADAL" clId="{9EDEA3EC-83F1-4CFE-ACB3-67463D9BC2F6}" dt="2026-03-29T16:04:59" v="143" actId="6938"/>
          <pc:sldLayoutMkLst>
            <pc:docMk/>
            <pc:sldMasterMk cId="1971036004" sldId="2147483705"/>
            <pc:sldLayoutMk cId="4007460834" sldId="2147483715"/>
          </pc:sldLayoutMkLst>
        </pc:sldLayoutChg>
        <pc:sldLayoutChg chg="new del replId">
          <pc:chgData name="Yuenong Mei(梅 月濃)" userId="e6685a25-1bc5-4a58-8438-cb63b0ea184f" providerId="ADAL" clId="{9EDEA3EC-83F1-4CFE-ACB3-67463D9BC2F6}" dt="2026-03-29T16:04:59" v="143" actId="6938"/>
          <pc:sldLayoutMkLst>
            <pc:docMk/>
            <pc:sldMasterMk cId="1971036004" sldId="2147483705"/>
            <pc:sldLayoutMk cId="1493786797" sldId="2147483716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36" tIns="49518" rIns="99036" bIns="49518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36" tIns="49518" rIns="99036" bIns="49518" rtlCol="0"/>
          <a:lstStyle>
            <a:lvl1pPr algn="r">
              <a:defRPr sz="1300"/>
            </a:lvl1pPr>
          </a:lstStyle>
          <a:p>
            <a:fld id="{FB6409D9-4928-4AA2-BD16-180404E60F5B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36" tIns="49518" rIns="99036" bIns="49518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709931" y="4925408"/>
            <a:ext cx="5679440" cy="4029879"/>
          </a:xfrm>
          <a:prstGeom prst="rect">
            <a:avLst/>
          </a:prstGeom>
        </p:spPr>
        <p:txBody>
          <a:bodyPr vert="horz" lIns="99036" tIns="49518" rIns="99036" bIns="49518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36" tIns="49518" rIns="99036" bIns="49518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36" tIns="49518" rIns="99036" bIns="49518" rtlCol="0" anchor="b"/>
          <a:lstStyle>
            <a:lvl1pPr algn="r">
              <a:defRPr sz="1300"/>
            </a:lvl1pPr>
          </a:lstStyle>
          <a:p>
            <a:fld id="{E0A97678-B6A5-4EDE-8178-DDC7E2E02D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7723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2185BC3-CE44-B5DE-AE4C-3025CC79DFCE}"/>
              </a:ext>
            </a:extLst>
          </p:cNvPr>
          <p:cNvSpPr/>
          <p:nvPr userDrawn="1"/>
        </p:nvSpPr>
        <p:spPr bwMode="gray">
          <a:xfrm>
            <a:off x="-4781" y="1"/>
            <a:ext cx="3424654" cy="5143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809CB6CA-B89D-E85C-2420-23B2794FAB18}"/>
              </a:ext>
            </a:extLst>
          </p:cNvPr>
          <p:cNvCxnSpPr/>
          <p:nvPr userDrawn="1"/>
        </p:nvCxnSpPr>
        <p:spPr>
          <a:xfrm flipV="1">
            <a:off x="234865" y="2922814"/>
            <a:ext cx="289697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図 2">
            <a:extLst>
              <a:ext uri="{FF2B5EF4-FFF2-40B4-BE49-F238E27FC236}">
                <a16:creationId xmlns:a16="http://schemas.microsoft.com/office/drawing/2014/main" id="{88493C17-C9E2-4C28-537C-460B3DB867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gray">
          <a:xfrm>
            <a:off x="112506" y="244786"/>
            <a:ext cx="1121839" cy="515997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157965CF-39D3-FC39-3A10-333BF79B52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gray">
          <a:xfrm>
            <a:off x="891295" y="595075"/>
            <a:ext cx="686099" cy="17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668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4FCBAF08-C0B2-7157-1C29-557C66F385F4}"/>
              </a:ext>
            </a:extLst>
          </p:cNvPr>
          <p:cNvCxnSpPr>
            <a:cxnSpLocks/>
          </p:cNvCxnSpPr>
          <p:nvPr userDrawn="1"/>
        </p:nvCxnSpPr>
        <p:spPr>
          <a:xfrm>
            <a:off x="257227" y="651092"/>
            <a:ext cx="86400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タイトル 22">
            <a:extLst>
              <a:ext uri="{FF2B5EF4-FFF2-40B4-BE49-F238E27FC236}">
                <a16:creationId xmlns:a16="http://schemas.microsoft.com/office/drawing/2014/main" id="{87D7A3D2-4D38-7ADC-780F-44FC71A93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589" y="156602"/>
            <a:ext cx="7248112" cy="475665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1800"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93F9ED71-81AA-D31B-6EC3-B861A932DA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5590" y="789554"/>
            <a:ext cx="8434882" cy="4321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</a:lstStyle>
          <a:p>
            <a:pPr lvl="0"/>
            <a:r>
              <a:rPr kumimoji="1" lang="ja-JP" altLang="en-US" dirty="0"/>
              <a:t>リード文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B7368C1-029B-0284-536B-DD3DB0169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594" y="1377617"/>
            <a:ext cx="8434883" cy="3437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2648" indent="-272648">
              <a:buClr>
                <a:schemeClr val="accent2"/>
              </a:buClr>
              <a:buFont typeface="Wingdings" panose="05000000000000000000" pitchFamily="2" charset="2"/>
              <a:buChar char="n"/>
              <a:defRPr sz="105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536959" indent="-264313">
              <a:buClr>
                <a:schemeClr val="accent2"/>
              </a:buClr>
              <a:buFont typeface="Wingdings" panose="05000000000000000000" pitchFamily="2" charset="2"/>
              <a:buChar char="u"/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941762" indent="-132157">
              <a:buClr>
                <a:schemeClr val="accent2"/>
              </a:buClr>
              <a:buFont typeface="Wingdings" panose="05000000000000000000" pitchFamily="2" charset="2"/>
              <a:buChar char="ü"/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073918" indent="-132157">
              <a:buClr>
                <a:schemeClr val="accent2"/>
              </a:buClr>
              <a:buFont typeface="Wingdings" panose="05000000000000000000" pitchFamily="2" charset="2"/>
              <a:buChar char="Ø"/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346564" indent="-132157">
              <a:buClr>
                <a:schemeClr val="accent2"/>
              </a:buCl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2" name="Rectangle 22">
            <a:extLst>
              <a:ext uri="{FF2B5EF4-FFF2-40B4-BE49-F238E27FC236}">
                <a16:creationId xmlns:a16="http://schemas.microsoft.com/office/drawing/2014/main" id="{F3097E7E-19CF-808B-103F-51524C514F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4964809"/>
            <a:ext cx="9140370" cy="1859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002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050" dirty="0">
              <a:solidFill>
                <a:schemeClr val="bg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3AB7B85A-B892-9300-2B1D-C62E69844388}"/>
              </a:ext>
            </a:extLst>
          </p:cNvPr>
          <p:cNvSpPr txBox="1">
            <a:spLocks/>
          </p:cNvSpPr>
          <p:nvPr userDrawn="1"/>
        </p:nvSpPr>
        <p:spPr>
          <a:xfrm>
            <a:off x="2860158" y="4917886"/>
            <a:ext cx="6327912" cy="289991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kumimoji="1" lang="en-US" altLang="ja-JP" sz="750" dirty="0">
                <a:solidFill>
                  <a:schemeClr val="bg1"/>
                </a:solidFill>
                <a:latin typeface="+mj-lt"/>
              </a:rPr>
              <a:t>©Dirbato Co., Ltd 2025 All Rights Reserved. &lt;Confidential&gt;</a:t>
            </a:r>
            <a:endParaRPr kumimoji="1" lang="ja-JP" altLang="en-US" sz="75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5" name="スライド番号プレースホルダー 2">
            <a:extLst>
              <a:ext uri="{FF2B5EF4-FFF2-40B4-BE49-F238E27FC236}">
                <a16:creationId xmlns:a16="http://schemas.microsoft.com/office/drawing/2014/main" id="{1973620D-3D9A-8B62-169B-0FCBB18CC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41485" y="4909809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fld id="{0177183E-4305-455C-BE45-758BDF269D0A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7ED54F3A-7C2D-90CD-0893-693020C8EF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gray">
          <a:xfrm>
            <a:off x="7765975" y="123478"/>
            <a:ext cx="1019854" cy="469088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11044ED5-3985-5E53-1DEF-558BF7F459A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gray">
          <a:xfrm>
            <a:off x="8423865" y="474778"/>
            <a:ext cx="468615" cy="11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331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サブタイトル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85A968BE-8715-4762-B9DC-824174831567}"/>
              </a:ext>
            </a:extLst>
          </p:cNvPr>
          <p:cNvCxnSpPr>
            <a:cxnSpLocks/>
          </p:cNvCxnSpPr>
          <p:nvPr/>
        </p:nvCxnSpPr>
        <p:spPr>
          <a:xfrm>
            <a:off x="257227" y="651092"/>
            <a:ext cx="86400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タイトル 13">
            <a:extLst>
              <a:ext uri="{FF2B5EF4-FFF2-40B4-BE49-F238E27FC236}">
                <a16:creationId xmlns:a16="http://schemas.microsoft.com/office/drawing/2014/main" id="{16218EBB-B4D8-48A8-B3CD-7B2B57A5F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419654"/>
            <a:ext cx="9140369" cy="530138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anchor="ctr">
            <a:normAutofit/>
          </a:bodyPr>
          <a:lstStyle>
            <a:lvl1pPr marL="132157" indent="0">
              <a:defRPr sz="21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2" name="Rectangle 22">
            <a:extLst>
              <a:ext uri="{FF2B5EF4-FFF2-40B4-BE49-F238E27FC236}">
                <a16:creationId xmlns:a16="http://schemas.microsoft.com/office/drawing/2014/main" id="{CCDCB84F-BA41-C1F3-22C4-EB6FD0D7E9F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4957600"/>
            <a:ext cx="9140370" cy="1859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002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050" dirty="0">
              <a:solidFill>
                <a:schemeClr val="bg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AF008BA-9B7B-FA6B-0633-88AB162ABA01}"/>
              </a:ext>
            </a:extLst>
          </p:cNvPr>
          <p:cNvSpPr txBox="1">
            <a:spLocks/>
          </p:cNvSpPr>
          <p:nvPr userDrawn="1"/>
        </p:nvSpPr>
        <p:spPr>
          <a:xfrm>
            <a:off x="2860158" y="4917886"/>
            <a:ext cx="6327912" cy="289991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kumimoji="1" lang="en-US" altLang="ja-JP" sz="750" dirty="0">
                <a:solidFill>
                  <a:schemeClr val="bg1"/>
                </a:solidFill>
                <a:latin typeface="+mj-lt"/>
              </a:rPr>
              <a:t>©Dirbato Co., Ltd 2025 All Rights Reserved. &lt;Confidential&gt;</a:t>
            </a:r>
            <a:endParaRPr kumimoji="1" lang="ja-JP" altLang="en-US" sz="75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スライド番号プレースホルダー 2">
            <a:extLst>
              <a:ext uri="{FF2B5EF4-FFF2-40B4-BE49-F238E27FC236}">
                <a16:creationId xmlns:a16="http://schemas.microsoft.com/office/drawing/2014/main" id="{CA5B08F9-EE2C-7912-44E1-27BF65B387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41485" y="4909809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fld id="{0177183E-4305-455C-BE45-758BDF269D0A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8D558DC-7753-F4BA-7F82-A1175B92FE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gray">
          <a:xfrm>
            <a:off x="7765975" y="123478"/>
            <a:ext cx="1019854" cy="469088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B4FD40E-4DDE-BFAE-8DDD-D4C576145F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gray">
          <a:xfrm>
            <a:off x="8423865" y="474778"/>
            <a:ext cx="468615" cy="11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508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最終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39D0A30-839F-4DBF-8D2C-21463FF4587E}"/>
              </a:ext>
            </a:extLst>
          </p:cNvPr>
          <p:cNvSpPr/>
          <p:nvPr userDrawn="1"/>
        </p:nvSpPr>
        <p:spPr>
          <a:xfrm>
            <a:off x="0" y="4894009"/>
            <a:ext cx="9144000" cy="2494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pic>
        <p:nvPicPr>
          <p:cNvPr id="7" name="図 6" descr="図形, 矢印&#10;&#10;自動的に生成された説明">
            <a:extLst>
              <a:ext uri="{FF2B5EF4-FFF2-40B4-BE49-F238E27FC236}">
                <a16:creationId xmlns:a16="http://schemas.microsoft.com/office/drawing/2014/main" id="{2253F13A-837F-5F90-8042-D984F41208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FFB0AE1A-FB69-8CB4-2192-CD8D001C570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gray">
          <a:xfrm>
            <a:off x="3635896" y="2139702"/>
            <a:ext cx="1642485" cy="755472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51EFAF2C-BB45-86C7-4F73-49D3F6164D0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 bwMode="gray">
          <a:xfrm>
            <a:off x="4716016" y="2707041"/>
            <a:ext cx="754711" cy="188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93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図 18">
            <a:extLst>
              <a:ext uri="{FF2B5EF4-FFF2-40B4-BE49-F238E27FC236}">
                <a16:creationId xmlns:a16="http://schemas.microsoft.com/office/drawing/2014/main" id="{8E46ECA8-C54B-423A-B5AD-A124400589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875" t="17246"/>
          <a:stretch/>
        </p:blipFill>
        <p:spPr>
          <a:xfrm>
            <a:off x="0" y="0"/>
            <a:ext cx="9142314" cy="51435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B593C8B-6401-4A0B-9F1F-A6F37A362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16" y="229236"/>
            <a:ext cx="1493168" cy="515095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741A1450-AC09-46E9-93B1-7D6B2C16FB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993" y="608344"/>
            <a:ext cx="686099" cy="128275"/>
          </a:xfrm>
          <a:prstGeom prst="rect">
            <a:avLst/>
          </a:prstGeom>
        </p:spPr>
      </p:pic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913E9F6F-A59D-4590-B22E-0687D751BA96}"/>
              </a:ext>
            </a:extLst>
          </p:cNvPr>
          <p:cNvCxnSpPr/>
          <p:nvPr/>
        </p:nvCxnSpPr>
        <p:spPr>
          <a:xfrm>
            <a:off x="524397" y="2829803"/>
            <a:ext cx="8095211" cy="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70627"/>
            <a:ext cx="7772400" cy="961845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27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027133"/>
            <a:ext cx="6858000" cy="9162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1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altLang="ja-JP" dirty="0"/>
              <a:t>YYYY</a:t>
            </a:r>
            <a:r>
              <a:rPr lang="ja-JP" altLang="en-US" dirty="0"/>
              <a:t>年</a:t>
            </a:r>
            <a:r>
              <a:rPr lang="en-US" altLang="ja-JP" dirty="0"/>
              <a:t>MM</a:t>
            </a:r>
            <a:r>
              <a:rPr lang="ja-JP" altLang="en-US" dirty="0"/>
              <a:t>月</a:t>
            </a:r>
            <a:r>
              <a:rPr lang="en-US" altLang="ja-JP" dirty="0"/>
              <a:t>DD</a:t>
            </a:r>
            <a:r>
              <a:rPr lang="ja-JP" altLang="en-US" dirty="0"/>
              <a:t>日</a:t>
            </a:r>
            <a:endParaRPr lang="en-US" altLang="ja-JP" dirty="0"/>
          </a:p>
          <a:p>
            <a:r>
              <a:rPr lang="ja-JP" altLang="en-US" dirty="0"/>
              <a:t>株式会社</a:t>
            </a:r>
            <a:r>
              <a:rPr lang="en-US" altLang="ja-JP" dirty="0" err="1"/>
              <a:t>Dirbato</a:t>
            </a:r>
            <a:endParaRPr lang="en-US" dirty="0"/>
          </a:p>
        </p:txBody>
      </p:sp>
      <p:sp>
        <p:nvSpPr>
          <p:cNvPr id="20" name="Rectangle 22">
            <a:extLst>
              <a:ext uri="{FF2B5EF4-FFF2-40B4-BE49-F238E27FC236}">
                <a16:creationId xmlns:a16="http://schemas.microsoft.com/office/drawing/2014/main" id="{4B088309-BF76-4ABF-8AF0-3A2A31C0113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4957591"/>
            <a:ext cx="9140370" cy="1859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002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050" dirty="0">
              <a:solidFill>
                <a:schemeClr val="bg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78A60CE4-F160-4C23-B3A9-A2B5A65EF05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2016" y="229236"/>
            <a:ext cx="1493168" cy="515095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969C17C7-B4C7-4614-B8AD-CB6DDD30307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37993" y="608344"/>
            <a:ext cx="686099" cy="128275"/>
          </a:xfrm>
          <a:prstGeom prst="rect">
            <a:avLst/>
          </a:prstGeom>
        </p:spPr>
      </p:pic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425ED97A-0AB8-4A64-BE53-397031F1FD11}"/>
              </a:ext>
            </a:extLst>
          </p:cNvPr>
          <p:cNvCxnSpPr/>
          <p:nvPr userDrawn="1"/>
        </p:nvCxnSpPr>
        <p:spPr>
          <a:xfrm>
            <a:off x="524397" y="2829803"/>
            <a:ext cx="8095211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7FB23-46DD-A42E-B8FB-2F19931C4212}"/>
              </a:ext>
            </a:extLst>
          </p:cNvPr>
          <p:cNvSpPr txBox="1">
            <a:spLocks/>
          </p:cNvSpPr>
          <p:nvPr userDrawn="1"/>
        </p:nvSpPr>
        <p:spPr>
          <a:xfrm>
            <a:off x="2860158" y="4917884"/>
            <a:ext cx="6327912" cy="289991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kumimoji="1" lang="en-US" altLang="ja-JP" sz="750" dirty="0">
                <a:solidFill>
                  <a:schemeClr val="bg1"/>
                </a:solidFill>
              </a:rPr>
              <a:t>©Dirbato Co., Ltd 2023 All Rights Reserved. &lt;Confidential&gt;</a:t>
            </a:r>
            <a:endParaRPr kumimoji="1" lang="ja-JP" altLang="en-US" sz="7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5637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85A968BE-8715-4762-B9DC-824174831567}"/>
              </a:ext>
            </a:extLst>
          </p:cNvPr>
          <p:cNvCxnSpPr>
            <a:cxnSpLocks/>
          </p:cNvCxnSpPr>
          <p:nvPr/>
        </p:nvCxnSpPr>
        <p:spPr>
          <a:xfrm>
            <a:off x="257227" y="651092"/>
            <a:ext cx="86400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400D287E-03CB-483E-9026-EC7B4767155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33703" y="155390"/>
            <a:ext cx="1332751" cy="432000"/>
            <a:chOff x="7265880" y="405485"/>
            <a:chExt cx="1290673" cy="687449"/>
          </a:xfrm>
        </p:grpSpPr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D26A478C-90C9-429C-9BA5-A709BCC0169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7265880" y="405485"/>
              <a:ext cx="1202954" cy="687449"/>
            </a:xfrm>
            <a:prstGeom prst="rect">
              <a:avLst/>
            </a:prstGeom>
          </p:spPr>
        </p:pic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F2BE53E5-3171-496B-95D7-EBEBB8AC00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006823" y="931862"/>
              <a:ext cx="549730" cy="150438"/>
            </a:xfrm>
            <a:prstGeom prst="rect">
              <a:avLst/>
            </a:prstGeom>
          </p:spPr>
        </p:pic>
      </p:grpSp>
      <p:sp>
        <p:nvSpPr>
          <p:cNvPr id="21" name="スライド番号プレースホルダー 20">
            <a:extLst>
              <a:ext uri="{FF2B5EF4-FFF2-40B4-BE49-F238E27FC236}">
                <a16:creationId xmlns:a16="http://schemas.microsoft.com/office/drawing/2014/main" id="{4879A3EF-5728-4EA9-9C31-DA0BEAA6F8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7B24042-E500-4FCB-A87D-9DF6764A7B0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23" name="タイトル 22">
            <a:extLst>
              <a:ext uri="{FF2B5EF4-FFF2-40B4-BE49-F238E27FC236}">
                <a16:creationId xmlns:a16="http://schemas.microsoft.com/office/drawing/2014/main" id="{37B83D23-01B1-482D-ACA9-0271F0A85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590" y="156567"/>
            <a:ext cx="7248112" cy="475665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1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D90D95F5-6B4B-482B-AB70-5315EEA51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227" y="721478"/>
            <a:ext cx="8618647" cy="4149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2654" indent="-272654">
              <a:buClr>
                <a:schemeClr val="accent2"/>
              </a:buClr>
              <a:buFont typeface="Wingdings" panose="05000000000000000000" pitchFamily="2" charset="2"/>
              <a:buChar char="n"/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536972" indent="-264319">
              <a:buClr>
                <a:schemeClr val="accent2"/>
              </a:buClr>
              <a:buFont typeface="Wingdings" panose="05000000000000000000" pitchFamily="2" charset="2"/>
              <a:buChar char="u"/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941785" indent="-132160">
              <a:buClr>
                <a:schemeClr val="accent2"/>
              </a:buClr>
              <a:buFont typeface="Wingdings" panose="05000000000000000000" pitchFamily="2" charset="2"/>
              <a:buChar char="ü"/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073944" indent="-132160">
              <a:buClr>
                <a:schemeClr val="accent2"/>
              </a:buClr>
              <a:buFont typeface="Wingdings" panose="05000000000000000000" pitchFamily="2" charset="2"/>
              <a:buChar char="Ø"/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346597" indent="-132160">
              <a:buClr>
                <a:schemeClr val="accent2"/>
              </a:buCl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23301B94-85C7-40E8-9B76-96903005B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0" y="4956479"/>
            <a:ext cx="4573153" cy="187012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61703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サブタイトル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85A968BE-8715-4762-B9DC-824174831567}"/>
              </a:ext>
            </a:extLst>
          </p:cNvPr>
          <p:cNvCxnSpPr>
            <a:cxnSpLocks/>
          </p:cNvCxnSpPr>
          <p:nvPr/>
        </p:nvCxnSpPr>
        <p:spPr>
          <a:xfrm>
            <a:off x="257227" y="651092"/>
            <a:ext cx="86400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400D287E-03CB-483E-9026-EC7B4767155A}"/>
              </a:ext>
            </a:extLst>
          </p:cNvPr>
          <p:cNvGrpSpPr>
            <a:grpSpLocks noChangeAspect="1"/>
          </p:cNvGrpSpPr>
          <p:nvPr/>
        </p:nvGrpSpPr>
        <p:grpSpPr>
          <a:xfrm>
            <a:off x="7633703" y="155390"/>
            <a:ext cx="1332751" cy="432000"/>
            <a:chOff x="7265880" y="405485"/>
            <a:chExt cx="1290673" cy="687449"/>
          </a:xfrm>
        </p:grpSpPr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D26A478C-90C9-429C-9BA5-A709BCC0169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7265880" y="405485"/>
              <a:ext cx="1202954" cy="687449"/>
            </a:xfrm>
            <a:prstGeom prst="rect">
              <a:avLst/>
            </a:prstGeom>
          </p:spPr>
        </p:pic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F2BE53E5-3171-496B-95D7-EBEBB8AC00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006823" y="931862"/>
              <a:ext cx="549730" cy="150438"/>
            </a:xfrm>
            <a:prstGeom prst="rect">
              <a:avLst/>
            </a:prstGeom>
          </p:spPr>
        </p:pic>
      </p:grpSp>
      <p:sp>
        <p:nvSpPr>
          <p:cNvPr id="14" name="タイトル 13">
            <a:extLst>
              <a:ext uri="{FF2B5EF4-FFF2-40B4-BE49-F238E27FC236}">
                <a16:creationId xmlns:a16="http://schemas.microsoft.com/office/drawing/2014/main" id="{16218EBB-B4D8-48A8-B3CD-7B2B57A5F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041613"/>
            <a:ext cx="9140369" cy="530138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anchor="ctr">
            <a:normAutofit/>
          </a:bodyPr>
          <a:lstStyle>
            <a:lvl1pPr marL="132160" indent="0">
              <a:defRPr sz="21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54D39BD-E5BD-48DD-85E6-CC2B90B09F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B24042-E500-4FCB-A87D-9DF6764A7B03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DB711F-60A8-4E52-A9CF-F0F4FADD6FF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02827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最終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39D0A30-839F-4DBF-8D2C-21463FF4587E}"/>
              </a:ext>
            </a:extLst>
          </p:cNvPr>
          <p:cNvSpPr/>
          <p:nvPr userDrawn="1"/>
        </p:nvSpPr>
        <p:spPr>
          <a:xfrm>
            <a:off x="0" y="4894009"/>
            <a:ext cx="9144000" cy="2494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D7446E0B-EA5D-43EB-A1C9-8CAF6390ED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4875" t="17246"/>
          <a:stretch/>
        </p:blipFill>
        <p:spPr>
          <a:xfrm>
            <a:off x="0" y="0"/>
            <a:ext cx="9142314" cy="5143500"/>
          </a:xfrm>
          <a:prstGeom prst="rect">
            <a:avLst/>
          </a:prstGeom>
        </p:spPr>
      </p:pic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DC9CE849-AE2F-4511-84F4-D2FB1AFCD5F5}"/>
              </a:ext>
            </a:extLst>
          </p:cNvPr>
          <p:cNvGrpSpPr/>
          <p:nvPr/>
        </p:nvGrpSpPr>
        <p:grpSpPr>
          <a:xfrm>
            <a:off x="3314790" y="2054519"/>
            <a:ext cx="2438860" cy="1070918"/>
            <a:chOff x="3565750" y="2739359"/>
            <a:chExt cx="1936940" cy="1427890"/>
          </a:xfrm>
        </p:grpSpPr>
        <p:pic>
          <p:nvPicPr>
            <p:cNvPr id="30" name="図 29">
              <a:extLst>
                <a:ext uri="{FF2B5EF4-FFF2-40B4-BE49-F238E27FC236}">
                  <a16:creationId xmlns:a16="http://schemas.microsoft.com/office/drawing/2014/main" id="{01B479A1-CC53-45E4-A837-2CBA90D42BF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565750" y="2739359"/>
              <a:ext cx="1936940" cy="1106898"/>
            </a:xfrm>
            <a:prstGeom prst="rect">
              <a:avLst/>
            </a:prstGeom>
          </p:spPr>
        </p:pic>
        <p:pic>
          <p:nvPicPr>
            <p:cNvPr id="31" name="図 30">
              <a:extLst>
                <a:ext uri="{FF2B5EF4-FFF2-40B4-BE49-F238E27FC236}">
                  <a16:creationId xmlns:a16="http://schemas.microsoft.com/office/drawing/2014/main" id="{99A73C2B-6041-427B-AF13-D22C3FB492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4008590" y="3879565"/>
              <a:ext cx="1051257" cy="287684"/>
            </a:xfrm>
            <a:prstGeom prst="rect">
              <a:avLst/>
            </a:prstGeom>
          </p:spPr>
        </p:pic>
      </p:grp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5EA8A17-1459-484C-AA32-B78AC80E2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0" y="4956479"/>
            <a:ext cx="4573153" cy="187012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0975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DC9CE849-AE2F-4511-84F4-D2FB1AFCD5F5}"/>
              </a:ext>
            </a:extLst>
          </p:cNvPr>
          <p:cNvGrpSpPr/>
          <p:nvPr userDrawn="1"/>
        </p:nvGrpSpPr>
        <p:grpSpPr>
          <a:xfrm>
            <a:off x="3314790" y="2054519"/>
            <a:ext cx="2438860" cy="1070918"/>
            <a:chOff x="3565750" y="2739359"/>
            <a:chExt cx="1936940" cy="1427890"/>
          </a:xfrm>
        </p:grpSpPr>
        <p:pic>
          <p:nvPicPr>
            <p:cNvPr id="30" name="図 29">
              <a:extLst>
                <a:ext uri="{FF2B5EF4-FFF2-40B4-BE49-F238E27FC236}">
                  <a16:creationId xmlns:a16="http://schemas.microsoft.com/office/drawing/2014/main" id="{01B479A1-CC53-45E4-A837-2CBA90D42BF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565750" y="2739359"/>
              <a:ext cx="1936940" cy="1106898"/>
            </a:xfrm>
            <a:prstGeom prst="rect">
              <a:avLst/>
            </a:prstGeom>
          </p:spPr>
        </p:pic>
        <p:pic>
          <p:nvPicPr>
            <p:cNvPr id="31" name="図 30">
              <a:extLst>
                <a:ext uri="{FF2B5EF4-FFF2-40B4-BE49-F238E27FC236}">
                  <a16:creationId xmlns:a16="http://schemas.microsoft.com/office/drawing/2014/main" id="{99A73C2B-6041-427B-AF13-D22C3FB492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4008590" y="3879565"/>
              <a:ext cx="1051257" cy="2876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28647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8A50CA-D07B-70D9-42B5-041A0B987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E923AC9-9205-3D4B-73CF-4E3792700C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2CDDAD-67B6-7FE4-3C1E-058A3A019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8DF99-47D4-4727-AF2A-B835540AF319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BA45CBB-71E3-A746-3654-AC014A78D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BDCD3D0-7864-576F-F645-005953BDF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3BBB-5628-4621-94DF-7D29A02535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8862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C3396F-F585-0461-BA17-4714F0427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CE02303-7C63-81BB-5156-ACDA0D6F2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AEA826-B646-EEC3-6915-F7FDA7FAA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8DF99-47D4-4727-AF2A-B835540AF319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1180C6-3C7A-148D-84FF-371DEED04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31AFA76-A08F-1A4B-A74E-E622286A3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3BBB-5628-4621-94DF-7D29A02535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21626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F56F8C-32E5-AC42-2B53-3F80191EC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5F7C40B-0E95-36FB-6EA2-D88CF12EBA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D0A840-4FE5-450F-3302-EBA244E30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8DF99-47D4-4727-AF2A-B835540AF319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459EF9-76D1-D9D8-BA25-425E40CAD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C3FFA57-52A8-6000-7AE4-C7E400230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3BBB-5628-4621-94DF-7D29A02535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83584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71077F-EAEA-4442-8B81-8B48875EC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AB6143-E92B-11B3-6637-CD4146B408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6899D23-2287-BD7C-1DD0-82B13BE2DA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B7BBD4A-BCEF-CD12-7F1D-18904E11F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8DF99-47D4-4727-AF2A-B835540AF319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4F6D5B2-4E8F-9987-41CD-4A8310033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4200AAA-1D9C-09C0-3425-6241FD6BD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3BBB-5628-4621-94DF-7D29A02535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36746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0B7967-013A-AB06-B3EB-669867EA3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DFFDF05-63C5-2C9F-56FB-4AF20C992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7F59400-31A4-C05E-9781-68D30FA91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F232C19-3586-FD3D-5762-C24AE3F8A1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65752EB-4291-937F-4E44-1A3685B314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CA43AE3-6E90-3EF4-C9D4-99B159DFE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8DF99-47D4-4727-AF2A-B835540AF319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B8B7E5C-0EEC-E42B-D560-26C91E004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9B82C89-9A27-833E-4591-7C4087C23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3BBB-5628-4621-94DF-7D29A02535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48855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16D8BC-96AB-1EA6-AFCB-BF1AFA9EE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0E24F33-5704-3422-A06A-58CC0BDA3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8DF99-47D4-4727-AF2A-B835540AF319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2379402-F0BA-34D5-FAED-3384ACD4A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02A850B-DBB5-49EB-FB9C-F2BE18DF1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3BBB-5628-4621-94DF-7D29A02535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43915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48D43BB-6250-1C70-98BC-3776F3D65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8DF99-47D4-4727-AF2A-B835540AF319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5E486B3-6B39-ABA7-21D1-B7DC3D3F3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AA8EEF1-2A56-308C-76C4-3765E3958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3BBB-5628-4621-94DF-7D29A02535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27025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DCB0DF-FCDB-7A3B-139B-90AFE936B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FD3ECA7-132C-E75B-D24B-3C395B5D1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745AF37-405D-FCCA-CDEE-F088713861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6BB5E33-1833-B772-219A-70937FD83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8DF99-47D4-4727-AF2A-B835540AF319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1B4EDCD-2E9F-C849-0CE4-0F8AC9CEF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097F122-A0F1-DC57-508C-66A48496B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3BBB-5628-4621-94DF-7D29A02535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01522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D64880-0F66-8083-4BB3-0583FFE9D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FF23A18-1B37-974C-B77E-8256FC8D4A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2200FDF-06C6-56B7-6A60-DFE343AF5D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BB79EEC-1F53-1933-8F3C-FE8D1B6C0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8DF99-47D4-4727-AF2A-B835540AF319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12824BA-0A52-A3E6-D226-57BA76713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BBAB6C6-30E7-F7BC-660D-7210EF707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3BBB-5628-4621-94DF-7D29A02535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63748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401C6F-CB92-BDFE-8FEE-7C56FF01B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AC36B37-4610-C4D8-6E75-93AA848FB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9BA0E4C-C644-4FEF-D4EB-9746815EF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8DF99-47D4-4727-AF2A-B835540AF319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96844A-51CF-6B0A-CB90-6EB2B5369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5F7F6C4-9128-E806-EEE2-8CC98F370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3BBB-5628-4621-94DF-7D29A02535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47993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41482AA-ABA4-780A-AC9C-4E26B21875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1B0AED5-8BBA-5CA5-3923-6BE4CB33F5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5C4EB5-B939-4154-E547-C33C126C8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8DF99-47D4-4727-AF2A-B835540AF319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1C015C-9E95-0AF2-842A-74CDA58C1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43F1F7-7D4B-05ED-95DC-8244B12F8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3BBB-5628-4621-94DF-7D29A02535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3129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00A79A3-3E97-4B76-BF98-8B62A7AF10A1}"/>
              </a:ext>
            </a:extLst>
          </p:cNvPr>
          <p:cNvSpPr txBox="1">
            <a:spLocks/>
          </p:cNvSpPr>
          <p:nvPr/>
        </p:nvSpPr>
        <p:spPr>
          <a:xfrm>
            <a:off x="5369653" y="4966614"/>
            <a:ext cx="3818421" cy="20651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kumimoji="1" lang="ja-JP" altLang="en-US" sz="9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2CAE29-D5F2-4196-8595-0285F86C4297}"/>
              </a:ext>
            </a:extLst>
          </p:cNvPr>
          <p:cNvSpPr txBox="1">
            <a:spLocks/>
          </p:cNvSpPr>
          <p:nvPr userDrawn="1"/>
        </p:nvSpPr>
        <p:spPr>
          <a:xfrm>
            <a:off x="2860158" y="4917886"/>
            <a:ext cx="6327912" cy="289991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kumimoji="1" lang="en-US" altLang="ja-JP" sz="750" dirty="0">
                <a:solidFill>
                  <a:schemeClr val="bg1"/>
                </a:solidFill>
              </a:rPr>
              <a:t>©Dirbato Co., Ltd 2023 All Rights Reserved. &lt;Confidential&gt;</a:t>
            </a:r>
            <a:endParaRPr kumimoji="1" lang="ja-JP" altLang="en-US" sz="750" dirty="0">
              <a:solidFill>
                <a:schemeClr val="bg1"/>
              </a:solidFill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240AEC8-CB63-A366-4A14-747DFC0D79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41485" y="4909809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fld id="{0177183E-4305-455C-BE45-758BDF269D0A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3613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79" r:id="rId2"/>
    <p:sldLayoutId id="2147483668" r:id="rId3"/>
    <p:sldLayoutId id="2147483669" r:id="rId4"/>
  </p:sldLayoutIdLst>
  <p:hf hdr="0" ft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2">
            <a:extLst>
              <a:ext uri="{FF2B5EF4-FFF2-40B4-BE49-F238E27FC236}">
                <a16:creationId xmlns:a16="http://schemas.microsoft.com/office/drawing/2014/main" id="{2CE495F6-46A1-42D8-BF47-2A5B27E6A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4957591"/>
            <a:ext cx="9140370" cy="1859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002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05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4944956"/>
            <a:ext cx="2057400" cy="206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7B24042-E500-4FCB-A87D-9DF6764A7B0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00A79A3-3E97-4B76-BF98-8B62A7AF10A1}"/>
              </a:ext>
            </a:extLst>
          </p:cNvPr>
          <p:cNvSpPr txBox="1">
            <a:spLocks/>
          </p:cNvSpPr>
          <p:nvPr/>
        </p:nvSpPr>
        <p:spPr>
          <a:xfrm>
            <a:off x="5369649" y="4944956"/>
            <a:ext cx="3818421" cy="20651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kumimoji="1" lang="ja-JP" altLang="en-US" sz="9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84ED48C-0ACD-4635-AD62-36C55A6AC5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0" y="4956479"/>
            <a:ext cx="4573153" cy="187012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8" name="Rectangle 22">
            <a:extLst>
              <a:ext uri="{FF2B5EF4-FFF2-40B4-BE49-F238E27FC236}">
                <a16:creationId xmlns:a16="http://schemas.microsoft.com/office/drawing/2014/main" id="{B22B62DC-5378-4FD7-828B-89BE2E1ADC3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4957591"/>
            <a:ext cx="9140370" cy="1859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002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050" dirty="0">
              <a:solidFill>
                <a:schemeClr val="bg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2CAE29-D5F2-4196-8595-0285F86C4297}"/>
              </a:ext>
            </a:extLst>
          </p:cNvPr>
          <p:cNvSpPr txBox="1">
            <a:spLocks/>
          </p:cNvSpPr>
          <p:nvPr userDrawn="1"/>
        </p:nvSpPr>
        <p:spPr>
          <a:xfrm>
            <a:off x="2860158" y="4917884"/>
            <a:ext cx="6327912" cy="289991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kumimoji="1" lang="en-US" altLang="ja-JP" sz="750" dirty="0">
                <a:solidFill>
                  <a:schemeClr val="bg1"/>
                </a:solidFill>
              </a:rPr>
              <a:t>©Dirbato Co., Ltd 2023 All Rights Reserved. &lt;Confidential&gt;</a:t>
            </a:r>
            <a:endParaRPr kumimoji="1" lang="ja-JP" altLang="en-US" sz="7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322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E6053FE-B9A5-301A-9A3D-274CADF10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2FBC71E-8612-A0D5-2E98-3698898B1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08CC1B4-7E2A-D4E1-231E-4F6DB3793B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88DF99-47D4-4727-AF2A-B835540AF319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9B565BB-120B-0BBD-8BC9-0F4EE11D22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4F4B8A-FF05-85CF-E501-DC2162F324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663BBB-5628-4621-94DF-7D29A02535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4812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3015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E22090-F0FF-02D0-6105-6913C728A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売上が一番多い国はどこですか？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4D1633C-D9EF-593E-FF49-DC61860AAD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177183E-4305-455C-BE45-758BDF269D0A}" type="slidenum">
              <a:rPr kumimoji="1" lang="ja-JP" altLang="en-US" smtClean="0"/>
              <a:pPr/>
              <a:t>1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47C6A1D-004A-8EDD-002F-7D30C2EA3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335" y="2283718"/>
            <a:ext cx="3890522" cy="1429798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6F479E95-3201-F0B9-D4F3-5320A7CDF30A}"/>
              </a:ext>
            </a:extLst>
          </p:cNvPr>
          <p:cNvGrpSpPr/>
          <p:nvPr/>
        </p:nvGrpSpPr>
        <p:grpSpPr>
          <a:xfrm>
            <a:off x="322484" y="1399877"/>
            <a:ext cx="8499033" cy="307777"/>
            <a:chOff x="249431" y="1399877"/>
            <a:chExt cx="6824481" cy="307777"/>
          </a:xfrm>
        </p:grpSpPr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8834F70B-5F4D-AB3F-9D8D-AFA8632F41A9}"/>
                </a:ext>
              </a:extLst>
            </p:cNvPr>
            <p:cNvGrpSpPr/>
            <p:nvPr/>
          </p:nvGrpSpPr>
          <p:grpSpPr>
            <a:xfrm>
              <a:off x="249431" y="1399877"/>
              <a:ext cx="3294000" cy="307777"/>
              <a:chOff x="249431" y="1399877"/>
              <a:chExt cx="3294000" cy="307777"/>
            </a:xfrm>
          </p:grpSpPr>
          <p:cxnSp>
            <p:nvCxnSpPr>
              <p:cNvPr id="9" name="直線コネクタ 8">
                <a:extLst>
                  <a:ext uri="{FF2B5EF4-FFF2-40B4-BE49-F238E27FC236}">
                    <a16:creationId xmlns:a16="http://schemas.microsoft.com/office/drawing/2014/main" id="{AE463904-1063-3808-BCC8-D1BE4A330C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431" y="1707654"/>
                <a:ext cx="329400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D313F49A-C25A-1FD4-FD36-C5D703EF316E}"/>
                  </a:ext>
                </a:extLst>
              </p:cNvPr>
              <p:cNvSpPr txBox="1"/>
              <p:nvPr/>
            </p:nvSpPr>
            <p:spPr>
              <a:xfrm>
                <a:off x="964926" y="1399877"/>
                <a:ext cx="186301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ja-JP" sz="1400" b="1" dirty="0"/>
                  <a:t>AI Chat</a:t>
                </a:r>
                <a:r>
                  <a:rPr kumimoji="1" lang="ja-JP" altLang="en-US" sz="1400" b="1" dirty="0"/>
                  <a:t>のテスト結果</a:t>
                </a:r>
                <a:endParaRPr kumimoji="1" lang="en-US" altLang="ja-JP" sz="1400" b="1" dirty="0"/>
              </a:p>
            </p:txBody>
          </p:sp>
        </p:grpSp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9AAA3083-681B-CA48-76CC-692DFD89C1F8}"/>
                </a:ext>
              </a:extLst>
            </p:cNvPr>
            <p:cNvGrpSpPr/>
            <p:nvPr/>
          </p:nvGrpSpPr>
          <p:grpSpPr>
            <a:xfrm>
              <a:off x="3779912" y="1399877"/>
              <a:ext cx="3294000" cy="307777"/>
              <a:chOff x="249431" y="1399877"/>
              <a:chExt cx="3294000" cy="307777"/>
            </a:xfrm>
          </p:grpSpPr>
          <p:cxnSp>
            <p:nvCxnSpPr>
              <p:cNvPr id="15" name="直線コネクタ 14">
                <a:extLst>
                  <a:ext uri="{FF2B5EF4-FFF2-40B4-BE49-F238E27FC236}">
                    <a16:creationId xmlns:a16="http://schemas.microsoft.com/office/drawing/2014/main" id="{74B294FC-DC9D-E1F7-D633-709FC95971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431" y="1707654"/>
                <a:ext cx="329400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0261B53D-7AB5-7402-B37C-C55E9BC0E3DD}"/>
                  </a:ext>
                </a:extLst>
              </p:cNvPr>
              <p:cNvSpPr txBox="1"/>
              <p:nvPr/>
            </p:nvSpPr>
            <p:spPr>
              <a:xfrm>
                <a:off x="1175490" y="1399877"/>
                <a:ext cx="144188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ja-JP" altLang="en-US" sz="1400" b="1" dirty="0"/>
                  <a:t>正解（</a:t>
                </a:r>
                <a:r>
                  <a:rPr kumimoji="1" lang="en-US" altLang="ja-JP" sz="1400" b="1" dirty="0"/>
                  <a:t>SQL</a:t>
                </a:r>
                <a:r>
                  <a:rPr kumimoji="1" lang="ja-JP" altLang="en-US" sz="1400" b="1" dirty="0"/>
                  <a:t>で作成）</a:t>
                </a:r>
                <a:endParaRPr kumimoji="1" lang="en-US" altLang="ja-JP" sz="1400" b="1" dirty="0"/>
              </a:p>
            </p:txBody>
          </p:sp>
        </p:grpSp>
      </p:grpSp>
      <p:pic>
        <p:nvPicPr>
          <p:cNvPr id="19" name="図 18">
            <a:extLst>
              <a:ext uri="{FF2B5EF4-FFF2-40B4-BE49-F238E27FC236}">
                <a16:creationId xmlns:a16="http://schemas.microsoft.com/office/drawing/2014/main" id="{510553BD-F1A6-D83D-6C00-FB69F176CD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723" y="1989582"/>
            <a:ext cx="3449324" cy="2018069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609620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0FA1E-9B53-28F8-3D3E-78B252B1E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C3485C-12F0-A870-E958-3F8BC304C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売上</a:t>
            </a:r>
            <a:r>
              <a:rPr kumimoji="1" lang="en-US" altLang="ja-JP" dirty="0"/>
              <a:t>TOP5</a:t>
            </a:r>
            <a:r>
              <a:rPr kumimoji="1" lang="ja-JP" altLang="en-US" dirty="0"/>
              <a:t>の顧客は？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3AD19E6-E5E0-2C52-86A6-A2FFBD05A2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177183E-4305-455C-BE45-758BDF269D0A}" type="slidenum">
              <a:rPr kumimoji="1" lang="ja-JP" altLang="en-US" smtClean="0"/>
              <a:pPr/>
              <a:t>2</a:t>
            </a:fld>
            <a:endParaRPr kumimoji="1" lang="ja-JP" altLang="en-US"/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33012A69-A0E1-8EDA-E219-7C076756F76F}"/>
              </a:ext>
            </a:extLst>
          </p:cNvPr>
          <p:cNvGrpSpPr/>
          <p:nvPr/>
        </p:nvGrpSpPr>
        <p:grpSpPr>
          <a:xfrm>
            <a:off x="322484" y="772952"/>
            <a:ext cx="8499033" cy="307777"/>
            <a:chOff x="249431" y="1399877"/>
            <a:chExt cx="6824481" cy="307777"/>
          </a:xfrm>
        </p:grpSpPr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CF785F68-0ED6-8C33-04F9-1EBA17EF7A62}"/>
                </a:ext>
              </a:extLst>
            </p:cNvPr>
            <p:cNvGrpSpPr/>
            <p:nvPr/>
          </p:nvGrpSpPr>
          <p:grpSpPr>
            <a:xfrm>
              <a:off x="249431" y="1399877"/>
              <a:ext cx="3294000" cy="307777"/>
              <a:chOff x="249431" y="1399877"/>
              <a:chExt cx="3294000" cy="307777"/>
            </a:xfrm>
          </p:grpSpPr>
          <p:cxnSp>
            <p:nvCxnSpPr>
              <p:cNvPr id="9" name="直線コネクタ 8">
                <a:extLst>
                  <a:ext uri="{FF2B5EF4-FFF2-40B4-BE49-F238E27FC236}">
                    <a16:creationId xmlns:a16="http://schemas.microsoft.com/office/drawing/2014/main" id="{827E65AC-E0E2-60F1-D36C-C8CEEBA021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431" y="1707654"/>
                <a:ext cx="329400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3ABC557E-39D1-13A5-FF4E-3E8DAF3F5323}"/>
                  </a:ext>
                </a:extLst>
              </p:cNvPr>
              <p:cNvSpPr txBox="1"/>
              <p:nvPr/>
            </p:nvSpPr>
            <p:spPr>
              <a:xfrm>
                <a:off x="964926" y="1399877"/>
                <a:ext cx="186301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ja-JP" sz="1400" b="1" dirty="0"/>
                  <a:t>AI Chat</a:t>
                </a:r>
                <a:r>
                  <a:rPr kumimoji="1" lang="ja-JP" altLang="en-US" sz="1400" b="1" dirty="0"/>
                  <a:t>のテスト結果</a:t>
                </a:r>
                <a:endParaRPr kumimoji="1" lang="en-US" altLang="ja-JP" sz="1400" b="1" dirty="0"/>
              </a:p>
            </p:txBody>
          </p:sp>
        </p:grpSp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DBCEAC96-B972-454E-E7DF-30CDC305534E}"/>
                </a:ext>
              </a:extLst>
            </p:cNvPr>
            <p:cNvGrpSpPr/>
            <p:nvPr/>
          </p:nvGrpSpPr>
          <p:grpSpPr>
            <a:xfrm>
              <a:off x="3779912" y="1399877"/>
              <a:ext cx="3294000" cy="307777"/>
              <a:chOff x="249431" y="1399877"/>
              <a:chExt cx="3294000" cy="307777"/>
            </a:xfrm>
          </p:grpSpPr>
          <p:cxnSp>
            <p:nvCxnSpPr>
              <p:cNvPr id="15" name="直線コネクタ 14">
                <a:extLst>
                  <a:ext uri="{FF2B5EF4-FFF2-40B4-BE49-F238E27FC236}">
                    <a16:creationId xmlns:a16="http://schemas.microsoft.com/office/drawing/2014/main" id="{CB2D2AE9-BF5D-3F6D-E4E7-8BA9705FB7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431" y="1707654"/>
                <a:ext cx="329400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26133281-D287-D79C-940C-DD599B156633}"/>
                  </a:ext>
                </a:extLst>
              </p:cNvPr>
              <p:cNvSpPr txBox="1"/>
              <p:nvPr/>
            </p:nvSpPr>
            <p:spPr>
              <a:xfrm>
                <a:off x="1175491" y="1399877"/>
                <a:ext cx="144188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ja-JP" altLang="en-US" sz="1400" b="1" dirty="0"/>
                  <a:t>正解（</a:t>
                </a:r>
                <a:r>
                  <a:rPr kumimoji="1" lang="en-US" altLang="ja-JP" sz="1400" b="1" dirty="0"/>
                  <a:t>SQL</a:t>
                </a:r>
                <a:r>
                  <a:rPr kumimoji="1" lang="ja-JP" altLang="en-US" sz="1400" b="1" dirty="0"/>
                  <a:t>で作成）</a:t>
                </a:r>
                <a:endParaRPr kumimoji="1" lang="en-US" altLang="ja-JP" sz="1400" b="1" dirty="0"/>
              </a:p>
            </p:txBody>
          </p:sp>
        </p:grpSp>
      </p:grp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89C7242-75B4-6C77-067A-4D0D6D9C2572}"/>
              </a:ext>
            </a:extLst>
          </p:cNvPr>
          <p:cNvSpPr/>
          <p:nvPr/>
        </p:nvSpPr>
        <p:spPr>
          <a:xfrm>
            <a:off x="322484" y="1131590"/>
            <a:ext cx="4102263" cy="3778217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3B2B3C3A-89D5-2E78-4265-A1007CBB19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9114" y="1707654"/>
            <a:ext cx="4022541" cy="154289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</p:pic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B5B0B644-5474-C372-93B2-4682A98077B5}"/>
              </a:ext>
            </a:extLst>
          </p:cNvPr>
          <p:cNvGrpSpPr/>
          <p:nvPr/>
        </p:nvGrpSpPr>
        <p:grpSpPr>
          <a:xfrm>
            <a:off x="659366" y="1238413"/>
            <a:ext cx="3428497" cy="3570071"/>
            <a:chOff x="2971364" y="871180"/>
            <a:chExt cx="6249272" cy="6507323"/>
          </a:xfrm>
        </p:grpSpPr>
        <p:pic>
          <p:nvPicPr>
            <p:cNvPr id="20" name="図 19">
              <a:extLst>
                <a:ext uri="{FF2B5EF4-FFF2-40B4-BE49-F238E27FC236}">
                  <a16:creationId xmlns:a16="http://schemas.microsoft.com/office/drawing/2014/main" id="{F14B6669-201D-8A62-B468-26C43E55C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71364" y="871180"/>
              <a:ext cx="6249272" cy="5115639"/>
            </a:xfrm>
            <a:prstGeom prst="rect">
              <a:avLst/>
            </a:prstGeom>
          </p:spPr>
        </p:pic>
        <p:pic>
          <p:nvPicPr>
            <p:cNvPr id="21" name="図 20">
              <a:extLst>
                <a:ext uri="{FF2B5EF4-FFF2-40B4-BE49-F238E27FC236}">
                  <a16:creationId xmlns:a16="http://schemas.microsoft.com/office/drawing/2014/main" id="{4B0034AD-9E1B-989F-4D2F-4390F0277E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90416" y="3844235"/>
              <a:ext cx="6211167" cy="35342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85247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7078F-2155-295B-2156-1DF677D9D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45AB0A-3EEC-F496-1839-7D8EF5265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ドイツの顧客一覧を見せて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CCB89D0-3DFB-C7D9-2028-C29F80AB58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177183E-4305-455C-BE45-758BDF269D0A}" type="slidenum">
              <a:rPr kumimoji="1" lang="ja-JP" altLang="en-US" smtClean="0"/>
              <a:pPr/>
              <a:t>3</a:t>
            </a:fld>
            <a:endParaRPr kumimoji="1" lang="ja-JP" altLang="en-US"/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77972C78-AA5A-4380-8146-15DD8B9BE62B}"/>
              </a:ext>
            </a:extLst>
          </p:cNvPr>
          <p:cNvGrpSpPr/>
          <p:nvPr/>
        </p:nvGrpSpPr>
        <p:grpSpPr>
          <a:xfrm>
            <a:off x="322484" y="1131590"/>
            <a:ext cx="8499033" cy="307777"/>
            <a:chOff x="249431" y="1399877"/>
            <a:chExt cx="6824481" cy="307777"/>
          </a:xfrm>
        </p:grpSpPr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09852820-AAF5-2561-D504-1B5C73A048F6}"/>
                </a:ext>
              </a:extLst>
            </p:cNvPr>
            <p:cNvGrpSpPr/>
            <p:nvPr/>
          </p:nvGrpSpPr>
          <p:grpSpPr>
            <a:xfrm>
              <a:off x="249431" y="1399877"/>
              <a:ext cx="3294000" cy="307777"/>
              <a:chOff x="249431" y="1399877"/>
              <a:chExt cx="3294000" cy="307777"/>
            </a:xfrm>
          </p:grpSpPr>
          <p:cxnSp>
            <p:nvCxnSpPr>
              <p:cNvPr id="9" name="直線コネクタ 8">
                <a:extLst>
                  <a:ext uri="{FF2B5EF4-FFF2-40B4-BE49-F238E27FC236}">
                    <a16:creationId xmlns:a16="http://schemas.microsoft.com/office/drawing/2014/main" id="{9AA38A44-EA3A-F53E-C178-F8736F3AD8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431" y="1707654"/>
                <a:ext cx="329400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34941C04-4154-0D27-753C-15994B1CE9F0}"/>
                  </a:ext>
                </a:extLst>
              </p:cNvPr>
              <p:cNvSpPr txBox="1"/>
              <p:nvPr/>
            </p:nvSpPr>
            <p:spPr>
              <a:xfrm>
                <a:off x="964926" y="1399877"/>
                <a:ext cx="186301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ja-JP" sz="1400" b="1" dirty="0"/>
                  <a:t>AI Chat</a:t>
                </a:r>
                <a:r>
                  <a:rPr kumimoji="1" lang="ja-JP" altLang="en-US" sz="1400" b="1" dirty="0"/>
                  <a:t>のテスト結果</a:t>
                </a:r>
                <a:endParaRPr kumimoji="1" lang="en-US" altLang="ja-JP" sz="1400" b="1" dirty="0"/>
              </a:p>
            </p:txBody>
          </p:sp>
        </p:grpSp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135EB01B-6817-CBDB-EE1B-CFA66442E8E7}"/>
                </a:ext>
              </a:extLst>
            </p:cNvPr>
            <p:cNvGrpSpPr/>
            <p:nvPr/>
          </p:nvGrpSpPr>
          <p:grpSpPr>
            <a:xfrm>
              <a:off x="3779912" y="1399877"/>
              <a:ext cx="3294000" cy="307777"/>
              <a:chOff x="249431" y="1399877"/>
              <a:chExt cx="3294000" cy="307777"/>
            </a:xfrm>
          </p:grpSpPr>
          <p:cxnSp>
            <p:nvCxnSpPr>
              <p:cNvPr id="15" name="直線コネクタ 14">
                <a:extLst>
                  <a:ext uri="{FF2B5EF4-FFF2-40B4-BE49-F238E27FC236}">
                    <a16:creationId xmlns:a16="http://schemas.microsoft.com/office/drawing/2014/main" id="{F7648461-F1E8-9BB0-5341-E148AFCB07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431" y="1707654"/>
                <a:ext cx="329400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929CA8F3-BA88-3AF3-0DAA-A8488125B693}"/>
                  </a:ext>
                </a:extLst>
              </p:cNvPr>
              <p:cNvSpPr txBox="1"/>
              <p:nvPr/>
            </p:nvSpPr>
            <p:spPr>
              <a:xfrm>
                <a:off x="1624562" y="1399877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ja-JP" altLang="en-US" sz="1400" b="1" dirty="0"/>
                  <a:t>正解</a:t>
                </a:r>
                <a:endParaRPr kumimoji="1" lang="en-US" altLang="ja-JP" sz="1400" b="1" dirty="0"/>
              </a:p>
            </p:txBody>
          </p:sp>
        </p:grpSp>
      </p:grp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5E05814-07A6-C4F8-B70B-53795C721CAB}"/>
              </a:ext>
            </a:extLst>
          </p:cNvPr>
          <p:cNvSpPr/>
          <p:nvPr/>
        </p:nvSpPr>
        <p:spPr>
          <a:xfrm>
            <a:off x="322484" y="1635645"/>
            <a:ext cx="4102263" cy="302430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2CBFA1C-EB6E-0086-B669-836F819C4939}"/>
              </a:ext>
            </a:extLst>
          </p:cNvPr>
          <p:cNvSpPr/>
          <p:nvPr/>
        </p:nvSpPr>
        <p:spPr>
          <a:xfrm>
            <a:off x="4719253" y="1635645"/>
            <a:ext cx="4102263" cy="302430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840517F9-5A91-605F-F149-11FBA983A9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9253" y="1635644"/>
            <a:ext cx="4102263" cy="3506141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528469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6A83C-7106-2485-7D4A-2F21F5828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B6D11B17-CD51-F06D-291B-05136EE9D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966" y="661860"/>
            <a:ext cx="3185831" cy="3190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188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DBE77-84EB-8259-3825-1187516F0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879FE6-CF14-ECFA-F567-8BF4777D4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売上が一番多い国はどこですか？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D68F4E0-8E49-F3FA-D7E4-B021999E28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177183E-4305-455C-BE45-758BDF269D0A}" type="slidenum">
              <a:rPr kumimoji="1" lang="ja-JP" altLang="en-US" smtClean="0"/>
              <a:pPr/>
              <a:t>5</a:t>
            </a:fld>
            <a:endParaRPr kumimoji="1" lang="ja-JP" altLang="en-US"/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E868A037-A608-01D6-01E3-96CCF172C667}"/>
              </a:ext>
            </a:extLst>
          </p:cNvPr>
          <p:cNvGrpSpPr/>
          <p:nvPr/>
        </p:nvGrpSpPr>
        <p:grpSpPr>
          <a:xfrm>
            <a:off x="322484" y="1399877"/>
            <a:ext cx="8499033" cy="307777"/>
            <a:chOff x="249431" y="1399877"/>
            <a:chExt cx="6824481" cy="307777"/>
          </a:xfrm>
        </p:grpSpPr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4E98D428-8C51-EC1F-D5A4-9604C5C5961D}"/>
                </a:ext>
              </a:extLst>
            </p:cNvPr>
            <p:cNvGrpSpPr/>
            <p:nvPr/>
          </p:nvGrpSpPr>
          <p:grpSpPr>
            <a:xfrm>
              <a:off x="249431" y="1399877"/>
              <a:ext cx="3294000" cy="307777"/>
              <a:chOff x="249431" y="1399877"/>
              <a:chExt cx="3294000" cy="307777"/>
            </a:xfrm>
          </p:grpSpPr>
          <p:cxnSp>
            <p:nvCxnSpPr>
              <p:cNvPr id="9" name="直線コネクタ 8">
                <a:extLst>
                  <a:ext uri="{FF2B5EF4-FFF2-40B4-BE49-F238E27FC236}">
                    <a16:creationId xmlns:a16="http://schemas.microsoft.com/office/drawing/2014/main" id="{ED31884A-243B-BACA-EEDA-F91026016A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431" y="1707654"/>
                <a:ext cx="329400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465B8A03-69A6-B8CB-0087-A71A832AFA4C}"/>
                  </a:ext>
                </a:extLst>
              </p:cNvPr>
              <p:cNvSpPr txBox="1"/>
              <p:nvPr/>
            </p:nvSpPr>
            <p:spPr>
              <a:xfrm>
                <a:off x="964926" y="1399877"/>
                <a:ext cx="186301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ja-JP" sz="1400" b="1" dirty="0"/>
                  <a:t>AI Chat</a:t>
                </a:r>
                <a:r>
                  <a:rPr kumimoji="1" lang="ja-JP" altLang="en-US" sz="1400" b="1" dirty="0"/>
                  <a:t>のテスト結果</a:t>
                </a:r>
                <a:endParaRPr kumimoji="1" lang="en-US" altLang="ja-JP" sz="1400" b="1" dirty="0"/>
              </a:p>
            </p:txBody>
          </p:sp>
        </p:grpSp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4472A10F-3395-2C39-D8E6-F94CBE930DD5}"/>
                </a:ext>
              </a:extLst>
            </p:cNvPr>
            <p:cNvGrpSpPr/>
            <p:nvPr/>
          </p:nvGrpSpPr>
          <p:grpSpPr>
            <a:xfrm>
              <a:off x="3779912" y="1399877"/>
              <a:ext cx="3294000" cy="307777"/>
              <a:chOff x="249431" y="1399877"/>
              <a:chExt cx="3294000" cy="307777"/>
            </a:xfrm>
          </p:grpSpPr>
          <p:cxnSp>
            <p:nvCxnSpPr>
              <p:cNvPr id="15" name="直線コネクタ 14">
                <a:extLst>
                  <a:ext uri="{FF2B5EF4-FFF2-40B4-BE49-F238E27FC236}">
                    <a16:creationId xmlns:a16="http://schemas.microsoft.com/office/drawing/2014/main" id="{DC067AF1-8EF4-30AE-CE15-106636CDE3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431" y="1707654"/>
                <a:ext cx="329400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0680CFEF-4E62-6026-B75F-52DD1465809C}"/>
                  </a:ext>
                </a:extLst>
              </p:cNvPr>
              <p:cNvSpPr txBox="1"/>
              <p:nvPr/>
            </p:nvSpPr>
            <p:spPr>
              <a:xfrm>
                <a:off x="1624562" y="1399877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ja-JP" altLang="en-US" sz="1400" b="1" dirty="0"/>
                  <a:t>正解</a:t>
                </a:r>
                <a:endParaRPr kumimoji="1" lang="en-US" altLang="ja-JP" sz="1400" b="1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53311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C13A6-56E5-D5EA-E7DA-4DA09F336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256607-5635-8E29-A239-7B71565DD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売上が一番多い国はどこですか？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E3D0186-540B-B940-5026-FF18AE8B1A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177183E-4305-455C-BE45-758BDF269D0A}" type="slidenum">
              <a:rPr kumimoji="1" lang="ja-JP" altLang="en-US" smtClean="0"/>
              <a:pPr/>
              <a:t>6</a:t>
            </a:fld>
            <a:endParaRPr kumimoji="1" lang="ja-JP" altLang="en-US"/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33F84238-6529-52E7-38D5-05D803B7B3F1}"/>
              </a:ext>
            </a:extLst>
          </p:cNvPr>
          <p:cNvGrpSpPr/>
          <p:nvPr/>
        </p:nvGrpSpPr>
        <p:grpSpPr>
          <a:xfrm>
            <a:off x="322484" y="1399877"/>
            <a:ext cx="8499033" cy="307777"/>
            <a:chOff x="249431" y="1399877"/>
            <a:chExt cx="6824481" cy="307777"/>
          </a:xfrm>
        </p:grpSpPr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5ACE0F58-75A3-3FCB-9A0A-81F4AE25B96E}"/>
                </a:ext>
              </a:extLst>
            </p:cNvPr>
            <p:cNvGrpSpPr/>
            <p:nvPr/>
          </p:nvGrpSpPr>
          <p:grpSpPr>
            <a:xfrm>
              <a:off x="249431" y="1399877"/>
              <a:ext cx="3294000" cy="307777"/>
              <a:chOff x="249431" y="1399877"/>
              <a:chExt cx="3294000" cy="307777"/>
            </a:xfrm>
          </p:grpSpPr>
          <p:cxnSp>
            <p:nvCxnSpPr>
              <p:cNvPr id="9" name="直線コネクタ 8">
                <a:extLst>
                  <a:ext uri="{FF2B5EF4-FFF2-40B4-BE49-F238E27FC236}">
                    <a16:creationId xmlns:a16="http://schemas.microsoft.com/office/drawing/2014/main" id="{4CE33649-059F-FFCD-28FF-F9B34F0210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431" y="1707654"/>
                <a:ext cx="329400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3DC5E12E-32F7-E276-3797-49F281B9C5AB}"/>
                  </a:ext>
                </a:extLst>
              </p:cNvPr>
              <p:cNvSpPr txBox="1"/>
              <p:nvPr/>
            </p:nvSpPr>
            <p:spPr>
              <a:xfrm>
                <a:off x="964926" y="1399877"/>
                <a:ext cx="186301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ja-JP" sz="1400" b="1" dirty="0"/>
                  <a:t>AI Chat</a:t>
                </a:r>
                <a:r>
                  <a:rPr kumimoji="1" lang="ja-JP" altLang="en-US" sz="1400" b="1" dirty="0"/>
                  <a:t>のテスト結果</a:t>
                </a:r>
                <a:endParaRPr kumimoji="1" lang="en-US" altLang="ja-JP" sz="1400" b="1" dirty="0"/>
              </a:p>
            </p:txBody>
          </p:sp>
        </p:grpSp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E4D44240-2338-5FD8-C2B7-DE118FB49471}"/>
                </a:ext>
              </a:extLst>
            </p:cNvPr>
            <p:cNvGrpSpPr/>
            <p:nvPr/>
          </p:nvGrpSpPr>
          <p:grpSpPr>
            <a:xfrm>
              <a:off x="3779912" y="1399877"/>
              <a:ext cx="3294000" cy="307777"/>
              <a:chOff x="249431" y="1399877"/>
              <a:chExt cx="3294000" cy="307777"/>
            </a:xfrm>
          </p:grpSpPr>
          <p:cxnSp>
            <p:nvCxnSpPr>
              <p:cNvPr id="15" name="直線コネクタ 14">
                <a:extLst>
                  <a:ext uri="{FF2B5EF4-FFF2-40B4-BE49-F238E27FC236}">
                    <a16:creationId xmlns:a16="http://schemas.microsoft.com/office/drawing/2014/main" id="{9099748F-5443-0F18-65A1-88ADB5678E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431" y="1707654"/>
                <a:ext cx="329400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B97380F1-D5D1-10FC-1824-406BE3C4E1DA}"/>
                  </a:ext>
                </a:extLst>
              </p:cNvPr>
              <p:cNvSpPr txBox="1"/>
              <p:nvPr/>
            </p:nvSpPr>
            <p:spPr>
              <a:xfrm>
                <a:off x="1624562" y="1399877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ja-JP" altLang="en-US" sz="1400" b="1" dirty="0"/>
                  <a:t>正解</a:t>
                </a:r>
                <a:endParaRPr kumimoji="1" lang="en-US" altLang="ja-JP" sz="1400" b="1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10877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72959-081B-5B1F-D571-D22BC86D8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B14463-8A85-5B75-000F-80195930C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売上が一番多い国はどこですか？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B0FBA90-3F5E-8DD9-70BF-3A8163461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177183E-4305-455C-BE45-758BDF269D0A}" type="slidenum">
              <a:rPr kumimoji="1" lang="ja-JP" altLang="en-US" smtClean="0"/>
              <a:pPr/>
              <a:t>7</a:t>
            </a:fld>
            <a:endParaRPr kumimoji="1" lang="ja-JP" altLang="en-US"/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F313F590-E890-BB24-9080-A1EDCD1CB863}"/>
              </a:ext>
            </a:extLst>
          </p:cNvPr>
          <p:cNvGrpSpPr/>
          <p:nvPr/>
        </p:nvGrpSpPr>
        <p:grpSpPr>
          <a:xfrm>
            <a:off x="322484" y="1399877"/>
            <a:ext cx="8499033" cy="307777"/>
            <a:chOff x="249431" y="1399877"/>
            <a:chExt cx="6824481" cy="307777"/>
          </a:xfrm>
        </p:grpSpPr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0716F64F-D1F9-1D42-EC28-9B45670A1B19}"/>
                </a:ext>
              </a:extLst>
            </p:cNvPr>
            <p:cNvGrpSpPr/>
            <p:nvPr/>
          </p:nvGrpSpPr>
          <p:grpSpPr>
            <a:xfrm>
              <a:off x="249431" y="1399877"/>
              <a:ext cx="3294000" cy="307777"/>
              <a:chOff x="249431" y="1399877"/>
              <a:chExt cx="3294000" cy="307777"/>
            </a:xfrm>
          </p:grpSpPr>
          <p:cxnSp>
            <p:nvCxnSpPr>
              <p:cNvPr id="9" name="直線コネクタ 8">
                <a:extLst>
                  <a:ext uri="{FF2B5EF4-FFF2-40B4-BE49-F238E27FC236}">
                    <a16:creationId xmlns:a16="http://schemas.microsoft.com/office/drawing/2014/main" id="{07A9E3A0-FDAE-1CE9-50F2-86156AA054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431" y="1707654"/>
                <a:ext cx="329400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3AA91EB1-FD1D-9052-E67D-4D8F4BB3D7B3}"/>
                  </a:ext>
                </a:extLst>
              </p:cNvPr>
              <p:cNvSpPr txBox="1"/>
              <p:nvPr/>
            </p:nvSpPr>
            <p:spPr>
              <a:xfrm>
                <a:off x="964926" y="1399877"/>
                <a:ext cx="186301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ja-JP" sz="1400" b="1" dirty="0"/>
                  <a:t>AI Chat</a:t>
                </a:r>
                <a:r>
                  <a:rPr kumimoji="1" lang="ja-JP" altLang="en-US" sz="1400" b="1" dirty="0"/>
                  <a:t>のテスト結果</a:t>
                </a:r>
                <a:endParaRPr kumimoji="1" lang="en-US" altLang="ja-JP" sz="1400" b="1" dirty="0"/>
              </a:p>
            </p:txBody>
          </p:sp>
        </p:grpSp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B6526708-7314-CA66-3D9A-A0F34A4DD289}"/>
                </a:ext>
              </a:extLst>
            </p:cNvPr>
            <p:cNvGrpSpPr/>
            <p:nvPr/>
          </p:nvGrpSpPr>
          <p:grpSpPr>
            <a:xfrm>
              <a:off x="3779912" y="1399877"/>
              <a:ext cx="3294000" cy="307777"/>
              <a:chOff x="249431" y="1399877"/>
              <a:chExt cx="3294000" cy="307777"/>
            </a:xfrm>
          </p:grpSpPr>
          <p:cxnSp>
            <p:nvCxnSpPr>
              <p:cNvPr id="15" name="直線コネクタ 14">
                <a:extLst>
                  <a:ext uri="{FF2B5EF4-FFF2-40B4-BE49-F238E27FC236}">
                    <a16:creationId xmlns:a16="http://schemas.microsoft.com/office/drawing/2014/main" id="{4FF62BEA-E3C2-429B-2F66-12A52BE999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431" y="1707654"/>
                <a:ext cx="329400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3ABF2DC8-CDC0-84A4-6745-60D82C27741E}"/>
                  </a:ext>
                </a:extLst>
              </p:cNvPr>
              <p:cNvSpPr txBox="1"/>
              <p:nvPr/>
            </p:nvSpPr>
            <p:spPr>
              <a:xfrm>
                <a:off x="1624562" y="1399877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ja-JP" altLang="en-US" sz="1400" b="1" dirty="0"/>
                  <a:t>正解</a:t>
                </a:r>
                <a:endParaRPr kumimoji="1" lang="en-US" altLang="ja-JP" sz="1400" b="1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2259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C3611-7896-885E-5ED4-6A7395D6D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CA83D2-C582-3ED0-2899-91948148D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売上が一番多い国はどこですか？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8E4933C-B915-C34D-5392-C2BD9CFCC9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177183E-4305-455C-BE45-758BDF269D0A}" type="slidenum">
              <a:rPr kumimoji="1" lang="ja-JP" altLang="en-US" smtClean="0"/>
              <a:pPr/>
              <a:t>8</a:t>
            </a:fld>
            <a:endParaRPr kumimoji="1" lang="ja-JP" altLang="en-US"/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EB422DFD-576A-3945-B7E8-1E01A72578F4}"/>
              </a:ext>
            </a:extLst>
          </p:cNvPr>
          <p:cNvGrpSpPr/>
          <p:nvPr/>
        </p:nvGrpSpPr>
        <p:grpSpPr>
          <a:xfrm>
            <a:off x="322484" y="1399877"/>
            <a:ext cx="8499033" cy="307777"/>
            <a:chOff x="249431" y="1399877"/>
            <a:chExt cx="6824481" cy="307777"/>
          </a:xfrm>
        </p:grpSpPr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1C8A3192-5E43-BC3F-E9E7-F818ED3016AA}"/>
                </a:ext>
              </a:extLst>
            </p:cNvPr>
            <p:cNvGrpSpPr/>
            <p:nvPr/>
          </p:nvGrpSpPr>
          <p:grpSpPr>
            <a:xfrm>
              <a:off x="249431" y="1399877"/>
              <a:ext cx="3294000" cy="307777"/>
              <a:chOff x="249431" y="1399877"/>
              <a:chExt cx="3294000" cy="307777"/>
            </a:xfrm>
          </p:grpSpPr>
          <p:cxnSp>
            <p:nvCxnSpPr>
              <p:cNvPr id="9" name="直線コネクタ 8">
                <a:extLst>
                  <a:ext uri="{FF2B5EF4-FFF2-40B4-BE49-F238E27FC236}">
                    <a16:creationId xmlns:a16="http://schemas.microsoft.com/office/drawing/2014/main" id="{93AC4564-B317-66AC-A411-73B0B01825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431" y="1707654"/>
                <a:ext cx="329400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9A40DEC9-5F3E-C18A-8EBE-CEDD9B39BFB5}"/>
                  </a:ext>
                </a:extLst>
              </p:cNvPr>
              <p:cNvSpPr txBox="1"/>
              <p:nvPr/>
            </p:nvSpPr>
            <p:spPr>
              <a:xfrm>
                <a:off x="964926" y="1399877"/>
                <a:ext cx="186301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ja-JP" sz="1400" b="1" dirty="0"/>
                  <a:t>AI Chat</a:t>
                </a:r>
                <a:r>
                  <a:rPr kumimoji="1" lang="ja-JP" altLang="en-US" sz="1400" b="1" dirty="0"/>
                  <a:t>のテスト結果</a:t>
                </a:r>
                <a:endParaRPr kumimoji="1" lang="en-US" altLang="ja-JP" sz="1400" b="1" dirty="0"/>
              </a:p>
            </p:txBody>
          </p:sp>
        </p:grpSp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D56B5EA4-65B7-4BF5-AE07-86A1E4418E8E}"/>
                </a:ext>
              </a:extLst>
            </p:cNvPr>
            <p:cNvGrpSpPr/>
            <p:nvPr/>
          </p:nvGrpSpPr>
          <p:grpSpPr>
            <a:xfrm>
              <a:off x="3779912" y="1399877"/>
              <a:ext cx="3294000" cy="307777"/>
              <a:chOff x="249431" y="1399877"/>
              <a:chExt cx="3294000" cy="307777"/>
            </a:xfrm>
          </p:grpSpPr>
          <p:cxnSp>
            <p:nvCxnSpPr>
              <p:cNvPr id="15" name="直線コネクタ 14">
                <a:extLst>
                  <a:ext uri="{FF2B5EF4-FFF2-40B4-BE49-F238E27FC236}">
                    <a16:creationId xmlns:a16="http://schemas.microsoft.com/office/drawing/2014/main" id="{9B751246-D66E-FAB1-BEC8-5BCC3FF091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431" y="1707654"/>
                <a:ext cx="329400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32545C10-B793-13C6-C6FA-D3E16B9C8BE2}"/>
                  </a:ext>
                </a:extLst>
              </p:cNvPr>
              <p:cNvSpPr txBox="1"/>
              <p:nvPr/>
            </p:nvSpPr>
            <p:spPr>
              <a:xfrm>
                <a:off x="1624562" y="1399877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ja-JP" altLang="en-US" sz="1400" b="1" dirty="0"/>
                  <a:t>正解</a:t>
                </a:r>
                <a:endParaRPr kumimoji="1" lang="en-US" altLang="ja-JP" sz="1400" b="1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57372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01C56-766C-161D-2E29-7A0A9454F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7E35D693-87F8-A1AE-242E-551B25E3138F}"/>
              </a:ext>
            </a:extLst>
          </p:cNvPr>
          <p:cNvGrpSpPr/>
          <p:nvPr/>
        </p:nvGrpSpPr>
        <p:grpSpPr>
          <a:xfrm>
            <a:off x="226633" y="661184"/>
            <a:ext cx="3559213" cy="3821132"/>
            <a:chOff x="3057101" y="332943"/>
            <a:chExt cx="6077798" cy="6525057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ECEC8F86-FBEF-9591-8977-87844569A8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61864" y="332943"/>
              <a:ext cx="6068272" cy="6192114"/>
            </a:xfrm>
            <a:prstGeom prst="rect">
              <a:avLst/>
            </a:prstGeom>
          </p:spPr>
        </p:pic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212F6502-8B2D-B865-4838-12A9B39809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57101" y="3638101"/>
              <a:ext cx="6077798" cy="32198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19567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8AEF5673-1392-DBDB-78EF-45B7853C6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45" y="2064473"/>
            <a:ext cx="4636941" cy="1014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678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63F51B-3FF2-9465-1849-2DD731689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227FE3C-0969-4D56-DBC0-2E04AE6B89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C80511B-DFA4-C25F-A325-02D51DCDE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CDDA6B1-E640-1704-C779-6AD5909312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177183E-4305-455C-BE45-758BDF269D0A}" type="slidenum">
              <a:rPr kumimoji="1" lang="ja-JP" altLang="en-US" smtClean="0"/>
              <a:pPr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0422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4AF2E939-0B87-3C59-8C65-D6F7898E8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31" y="1739387"/>
            <a:ext cx="4529770" cy="1664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8848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6CA8A393-46D5-377E-9C25-215BDF777E53}"/>
              </a:ext>
            </a:extLst>
          </p:cNvPr>
          <p:cNvGrpSpPr/>
          <p:nvPr/>
        </p:nvGrpSpPr>
        <p:grpSpPr>
          <a:xfrm>
            <a:off x="325316" y="520288"/>
            <a:ext cx="2787161" cy="4102924"/>
            <a:chOff x="1" y="475838"/>
            <a:chExt cx="4335472" cy="6382162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FC44D174-02E4-5057-F909-FFFA1AB9A6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" y="475838"/>
              <a:ext cx="4335472" cy="4072716"/>
            </a:xfrm>
            <a:prstGeom prst="rect">
              <a:avLst/>
            </a:prstGeom>
          </p:spPr>
        </p:pic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8ED733E5-5506-ABCE-39AC-69E9E49AB8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973" y="4545748"/>
              <a:ext cx="4223801" cy="23122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77959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30F35-77A9-32FC-EC2C-CBAA75830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956CBA0D-8ED4-FBA5-A674-E6792C72CDA3}"/>
              </a:ext>
            </a:extLst>
          </p:cNvPr>
          <p:cNvGrpSpPr/>
          <p:nvPr/>
        </p:nvGrpSpPr>
        <p:grpSpPr>
          <a:xfrm>
            <a:off x="448408" y="720969"/>
            <a:ext cx="2852116" cy="3947747"/>
            <a:chOff x="2971364" y="871180"/>
            <a:chExt cx="6249272" cy="8649907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76E9A2D0-4CC0-FEC6-A33E-A8FFD6870C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71364" y="871180"/>
              <a:ext cx="6249272" cy="5115639"/>
            </a:xfrm>
            <a:prstGeom prst="rect">
              <a:avLst/>
            </a:prstGeom>
          </p:spPr>
        </p:pic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6BEC0118-2A9C-E837-2BC9-CF8C6D3256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90416" y="5986819"/>
              <a:ext cx="6211167" cy="35342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33733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9F2F3-DCCD-2D89-C0B5-2568B01D6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482C35D-81F1-9F10-39CA-0D57172C9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082" y="610517"/>
            <a:ext cx="4779836" cy="3922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1847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6A83C-7106-2485-7D4A-2F21F5828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B6D11B17-CD51-F06D-291B-05136EE9D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966" y="661860"/>
            <a:ext cx="3185831" cy="3190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905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01C56-766C-161D-2E29-7A0A9454F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7E35D693-87F8-A1AE-242E-551B25E3138F}"/>
              </a:ext>
            </a:extLst>
          </p:cNvPr>
          <p:cNvGrpSpPr/>
          <p:nvPr/>
        </p:nvGrpSpPr>
        <p:grpSpPr>
          <a:xfrm>
            <a:off x="226633" y="661184"/>
            <a:ext cx="3559213" cy="3821132"/>
            <a:chOff x="3057101" y="332943"/>
            <a:chExt cx="6077798" cy="6525057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ECEC8F86-FBEF-9591-8977-87844569A8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61864" y="332943"/>
              <a:ext cx="6068272" cy="6192114"/>
            </a:xfrm>
            <a:prstGeom prst="rect">
              <a:avLst/>
            </a:prstGeom>
          </p:spPr>
        </p:pic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212F6502-8B2D-B865-4838-12A9B39809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57101" y="3638101"/>
              <a:ext cx="6077798" cy="32198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935678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8AEF5673-1392-DBDB-78EF-45B7853C6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45" y="2064473"/>
            <a:ext cx="4636941" cy="1014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437014"/>
      </p:ext>
    </p:extLst>
  </p:cSld>
  <p:clrMapOvr>
    <a:masterClrMapping/>
  </p:clrMapOvr>
</p:sld>
</file>

<file path=ppt/theme/theme1.xml><?xml version="1.0" encoding="utf-8"?>
<a:theme xmlns:a="http://schemas.openxmlformats.org/drawingml/2006/main" name="Dirbatoスライド">
  <a:themeElements>
    <a:clrScheme name="Dirbatoテンプレート2">
      <a:dk1>
        <a:sysClr val="windowText" lastClr="000000"/>
      </a:dk1>
      <a:lt1>
        <a:sysClr val="window" lastClr="FFFFFF"/>
      </a:lt1>
      <a:dk2>
        <a:srgbClr val="44546A"/>
      </a:dk2>
      <a:lt2>
        <a:srgbClr val="F2F2F2"/>
      </a:lt2>
      <a:accent1>
        <a:srgbClr val="1F2A69"/>
      </a:accent1>
      <a:accent2>
        <a:srgbClr val="2D508F"/>
      </a:accent2>
      <a:accent3>
        <a:srgbClr val="84A2D8"/>
      </a:accent3>
      <a:accent4>
        <a:srgbClr val="8496B0"/>
      </a:accent4>
      <a:accent5>
        <a:srgbClr val="85547F"/>
      </a:accent5>
      <a:accent6>
        <a:srgbClr val="C54A96"/>
      </a:accent6>
      <a:hlink>
        <a:srgbClr val="0563C1"/>
      </a:hlink>
      <a:folHlink>
        <a:srgbClr val="954F72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alpha val="80000"/>
          </a:schemeClr>
        </a:solidFill>
        <a:ln>
          <a:noFill/>
        </a:ln>
      </a:spPr>
      <a:bodyPr rtlCol="0" anchor="ctr"/>
      <a:lstStyle>
        <a:defPPr algn="ctr">
          <a:defRPr kumimoji="1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プレゼンテーション1" id="{3B07FB65-A7A7-40D3-8ED3-8059C3C23334}" vid="{CFE6F287-A370-48E5-B091-AA543A27F6F8}"/>
    </a:ext>
  </a:extLst>
</a:theme>
</file>

<file path=ppt/theme/theme2.xml><?xml version="1.0" encoding="utf-8"?>
<a:theme xmlns:a="http://schemas.openxmlformats.org/drawingml/2006/main" name="1_Dirbatoスライ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87cc0fe-3b5f-4367-8849-9fdb0a6c1013" xsi:nil="true"/>
    <lcf76f155ced4ddcb4097134ff3c332f xmlns="4f9be95f-e197-4002-a9df-e9ca1ee2cb52">
      <Terms xmlns="http://schemas.microsoft.com/office/infopath/2007/PartnerControls"/>
    </lcf76f155ced4ddcb4097134ff3c332f>
    <_x30bf__x30b0_ xmlns="4f9be95f-e197-4002-a9df-e9ca1ee2cb52">knowledge</_x30bf__x30b0_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F6D16338C424A469B0A77E575E07CD1" ma:contentTypeVersion="20" ma:contentTypeDescription="新しいドキュメントを作成します。" ma:contentTypeScope="" ma:versionID="789332a90d076580d12d889a4e17f3b8">
  <xsd:schema xmlns:xsd="http://www.w3.org/2001/XMLSchema" xmlns:xs="http://www.w3.org/2001/XMLSchema" xmlns:p="http://schemas.microsoft.com/office/2006/metadata/properties" xmlns:ns2="4f9be95f-e197-4002-a9df-e9ca1ee2cb52" xmlns:ns3="087cc0fe-3b5f-4367-8849-9fdb0a6c1013" targetNamespace="http://schemas.microsoft.com/office/2006/metadata/properties" ma:root="true" ma:fieldsID="6a999e45c8f9f7b4ef09951182a03be3" ns2:_="" ns3:_="">
    <xsd:import namespace="4f9be95f-e197-4002-a9df-e9ca1ee2cb52"/>
    <xsd:import namespace="087cc0fe-3b5f-4367-8849-9fdb0a6c101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_x30bf__x30b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9be95f-e197-4002-a9df-e9ca1ee2cb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画像タグ" ma:readOnly="false" ma:fieldId="{5cf76f15-5ced-4ddc-b409-7134ff3c332f}" ma:taxonomyMulti="true" ma:sspId="ce83a208-e79f-4b36-92e3-e34bf2c38f3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x30bf__x30b0_" ma:index="23" nillable="true" ma:displayName="tag" ma:format="Dropdown" ma:internalName="_x30bf__x30b0_">
      <xsd:simpleType>
        <xsd:restriction base="dms:Choice">
          <xsd:enumeration value="manual"/>
          <xsd:enumeration value="info"/>
          <xsd:enumeration value="regulation"/>
          <xsd:enumeration value="knowledge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7cc0fe-3b5f-4367-8849-9fdb0a6c101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共有相手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共有相手の詳細情報" ma:hidden="true" ma:internalName="SharedWithDetails" ma:readOnly="true">
      <xsd:simpleType>
        <xsd:restriction base="dms:Note"/>
      </xsd:simpleType>
    </xsd:element>
    <xsd:element name="TaxCatchAll" ma:index="18" nillable="true" ma:displayName="Taxonomy Catch All Column" ma:hidden="true" ma:list="{77054f5c-f614-4efb-8424-72f93fc50a87}" ma:internalName="TaxCatchAll" ma:showField="CatchAllData" ma:web="087cc0fe-3b5f-4367-8849-9fdb0a6c101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コンテンツ タイプ"/>
        <xsd:element ref="dc:title" minOccurs="0" maxOccurs="1" ma:index="1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29F62B7-A06E-4187-A348-9A69A3544966}">
  <ds:schemaRefs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terms/"/>
    <ds:schemaRef ds:uri="4f9be95f-e197-4002-a9df-e9ca1ee2cb52"/>
    <ds:schemaRef ds:uri="http://schemas.openxmlformats.org/package/2006/metadata/core-properties"/>
    <ds:schemaRef ds:uri="http://purl.org/dc/dcmitype/"/>
    <ds:schemaRef ds:uri="087cc0fe-3b5f-4367-8849-9fdb0a6c1013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9701860-A169-4243-8100-74BDDA3CA9E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f9be95f-e197-4002-a9df-e9ca1ee2cb52"/>
    <ds:schemaRef ds:uri="087cc0fe-3b5f-4367-8849-9fdb0a6c101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7A5FDF-C83D-4A49-9A9B-D9D058F4C07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Dirbatoテンプレート(4×3) (2)</Template>
  <TotalTime>3885</TotalTime>
  <Words>122</Words>
  <Application>Microsoft Office PowerPoint</Application>
  <PresentationFormat>画面に合わせる (16:9)</PresentationFormat>
  <Paragraphs>29</Paragraphs>
  <Slides>19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3</vt:i4>
      </vt:variant>
      <vt:variant>
        <vt:lpstr>スライド タイトル</vt:lpstr>
      </vt:variant>
      <vt:variant>
        <vt:i4>19</vt:i4>
      </vt:variant>
    </vt:vector>
  </HeadingPairs>
  <TitlesOfParts>
    <vt:vector size="28" baseType="lpstr">
      <vt:lpstr>Meiryo UI</vt:lpstr>
      <vt:lpstr>ＭＳ Ｐゴシック</vt:lpstr>
      <vt:lpstr>游ゴシック</vt:lpstr>
      <vt:lpstr>游ゴシック Light</vt:lpstr>
      <vt:lpstr>Arial</vt:lpstr>
      <vt:lpstr>Wingdings</vt:lpstr>
      <vt:lpstr>Dirbatoスライド</vt:lpstr>
      <vt:lpstr>1_Dirbatoスライド</vt:lpstr>
      <vt:lpstr>Office テーマ</vt:lpstr>
      <vt:lpstr>PowerPoint プレゼンテーション</vt:lpstr>
      <vt:lpstr>売上が一番多い国はどこですか？</vt:lpstr>
      <vt:lpstr>売上TOP5の顧客は？</vt:lpstr>
      <vt:lpstr>ドイツの顧客一覧を見せて</vt:lpstr>
      <vt:lpstr>PowerPoint プレゼンテーション</vt:lpstr>
      <vt:lpstr>売上が一番多い国はどこですか？</vt:lpstr>
      <vt:lpstr>売上が一番多い国はどこですか？</vt:lpstr>
      <vt:lpstr>売上が一番多い国はどこですか？</vt:lpstr>
      <vt:lpstr>売上が一番多い国はどこですか？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Takashi  Jin</dc:creator>
  <cp:lastModifiedBy>Yuenong Mei(梅 月濃)</cp:lastModifiedBy>
  <cp:revision>67</cp:revision>
  <cp:lastPrinted>2019-04-02T09:23:25Z</cp:lastPrinted>
  <dcterms:created xsi:type="dcterms:W3CDTF">2023-01-05T05:19:28Z</dcterms:created>
  <dcterms:modified xsi:type="dcterms:W3CDTF">2026-03-29T16:19:14Z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0x0101001F6D16338C424A469B0A77E575E07CD1</vt:lpwstr>
  </property>
  <property fmtid="{D5CDD505-2E9C-101B-9397-08002B2CF9AE}" pid="3" name="MediaServiceImageTags">
    <vt:lpwstr/>
  </property>
</Properties>
</file>