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5" r:id="rId4"/>
    <p:sldMasterId id="2147483687" r:id="rId5"/>
  </p:sldMasterIdLst>
  <p:notesMasterIdLst>
    <p:notesMasterId r:id="rId12"/>
  </p:notesMasterIdLst>
  <p:sldIdLst>
    <p:sldId id="256" r:id="rId6"/>
    <p:sldId id="257" r:id="rId7"/>
    <p:sldId id="273" r:id="rId8"/>
    <p:sldId id="274" r:id="rId9"/>
    <p:sldId id="275" r:id="rId10"/>
    <p:sldId id="276" r:id="rId11"/>
  </p:sldIdLst>
  <p:sldSz cx="9144000" cy="5143500" type="screen16x9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5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913" userDrawn="1">
          <p15:clr>
            <a:srgbClr val="A4A3A4"/>
          </p15:clr>
        </p15:guide>
        <p15:guide id="4" pos="317" userDrawn="1">
          <p15:clr>
            <a:srgbClr val="A4A3A4"/>
          </p15:clr>
        </p15:guide>
        <p15:guide id="5" pos="5352" userDrawn="1">
          <p15:clr>
            <a:srgbClr val="A4A3A4"/>
          </p15:clr>
        </p15:guide>
        <p15:guide id="6" pos="15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7A8EA8-FE5B-97C7-252B-7F6162F705DA}" name="Minami Ogaki" initials="MO" userId="S::minami.ogaki.g709@dirbato.co.jp::b2a07026-cff1-45fe-8d2b-3b12e99fd9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A6A"/>
    <a:srgbClr val="203256"/>
    <a:srgbClr val="49628D"/>
    <a:srgbClr val="1A2251"/>
    <a:srgbClr val="1C2856"/>
    <a:srgbClr val="C8CAD6"/>
    <a:srgbClr val="FFFFFF"/>
    <a:srgbClr val="E6E6E6"/>
    <a:srgbClr val="595959"/>
    <a:srgbClr val="1F2A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5A46E-FFED-4705-A254-3C2A72DD12BA}" v="33" dt="2026-03-29T16:24:28.9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7" autoAdjust="0"/>
    <p:restoredTop sz="79552" autoAdjust="0"/>
  </p:normalViewPr>
  <p:slideViewPr>
    <p:cSldViewPr showGuides="1">
      <p:cViewPr varScale="1">
        <p:scale>
          <a:sx n="148" d="100"/>
          <a:sy n="148" d="100"/>
        </p:scale>
        <p:origin x="114" y="336"/>
      </p:cViewPr>
      <p:guideLst>
        <p:guide orient="horz" pos="685"/>
        <p:guide pos="2880"/>
        <p:guide orient="horz" pos="2913"/>
        <p:guide pos="317"/>
        <p:guide pos="5352"/>
        <p:guide pos="15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enong Mei(梅 月濃)" userId="e6685a25-1bc5-4a58-8438-cb63b0ea184f" providerId="ADAL" clId="{9EDEA3EC-83F1-4CFE-ACB3-67463D9BC2F6}"/>
    <pc:docChg chg="undo custSel addSld delSld modSld sldOrd addMainMaster delMainMaster modMainMaster delSection modSection">
      <pc:chgData name="Yuenong Mei(梅 月濃)" userId="e6685a25-1bc5-4a58-8438-cb63b0ea184f" providerId="ADAL" clId="{9EDEA3EC-83F1-4CFE-ACB3-67463D9BC2F6}" dt="2026-03-29T16:26:37.714" v="696" actId="1076"/>
      <pc:docMkLst>
        <pc:docMk/>
      </pc:docMkLst>
      <pc:sldChg chg="addSp delSp modSp new mod">
        <pc:chgData name="Yuenong Mei(梅 月濃)" userId="e6685a25-1bc5-4a58-8438-cb63b0ea184f" providerId="ADAL" clId="{9EDEA3EC-83F1-4CFE-ACB3-67463D9BC2F6}" dt="2026-03-29T16:26:37.714" v="696" actId="1076"/>
        <pc:sldMkLst>
          <pc:docMk/>
          <pc:sldMk cId="2033015197" sldId="256"/>
        </pc:sldMkLst>
        <pc:spChg chg="add del">
          <ac:chgData name="Yuenong Mei(梅 月濃)" userId="e6685a25-1bc5-4a58-8438-cb63b0ea184f" providerId="ADAL" clId="{9EDEA3EC-83F1-4CFE-ACB3-67463D9BC2F6}" dt="2026-03-29T16:26:18.340" v="682" actId="22"/>
          <ac:spMkLst>
            <pc:docMk/>
            <pc:sldMk cId="2033015197" sldId="256"/>
            <ac:spMk id="3" creationId="{D7D6B7CC-6143-11FA-4C2D-68009B1AA87F}"/>
          </ac:spMkLst>
        </pc:spChg>
        <pc:spChg chg="add mod">
          <ac:chgData name="Yuenong Mei(梅 月濃)" userId="e6685a25-1bc5-4a58-8438-cb63b0ea184f" providerId="ADAL" clId="{9EDEA3EC-83F1-4CFE-ACB3-67463D9BC2F6}" dt="2026-03-29T16:26:37.714" v="696" actId="1076"/>
          <ac:spMkLst>
            <pc:docMk/>
            <pc:sldMk cId="2033015197" sldId="256"/>
            <ac:spMk id="5" creationId="{B3E796CB-84F5-E283-B41F-4E63E6FCAE06}"/>
          </ac:spMkLst>
        </pc:spChg>
      </pc:sldChg>
      <pc:sldChg chg="addSp delSp modSp new mod">
        <pc:chgData name="Yuenong Mei(梅 月濃)" userId="e6685a25-1bc5-4a58-8438-cb63b0ea184f" providerId="ADAL" clId="{9EDEA3EC-83F1-4CFE-ACB3-67463D9BC2F6}" dt="2026-03-29T16:14:09.938" v="432" actId="20577"/>
        <pc:sldMkLst>
          <pc:docMk/>
          <pc:sldMk cId="609620638" sldId="257"/>
        </pc:sldMkLst>
        <pc:spChg chg="mod">
          <ac:chgData name="Yuenong Mei(梅 月濃)" userId="e6685a25-1bc5-4a58-8438-cb63b0ea184f" providerId="ADAL" clId="{9EDEA3EC-83F1-4CFE-ACB3-67463D9BC2F6}" dt="2026-03-29T16:05:21.511" v="148" actId="20577"/>
          <ac:spMkLst>
            <pc:docMk/>
            <pc:sldMk cId="609620638" sldId="257"/>
            <ac:spMk id="2" creationId="{F6E22090-F0FF-02D0-6105-6913C728AB18}"/>
          </ac:spMkLst>
        </pc:spChg>
        <pc:spChg chg="del">
          <ac:chgData name="Yuenong Mei(梅 月濃)" userId="e6685a25-1bc5-4a58-8438-cb63b0ea184f" providerId="ADAL" clId="{9EDEA3EC-83F1-4CFE-ACB3-67463D9BC2F6}" dt="2026-03-29T16:05:08.075" v="144" actId="478"/>
          <ac:spMkLst>
            <pc:docMk/>
            <pc:sldMk cId="609620638" sldId="257"/>
            <ac:spMk id="3" creationId="{D43AB141-078A-BB33-3967-F81346452127}"/>
          </ac:spMkLst>
        </pc:spChg>
        <pc:spChg chg="del">
          <ac:chgData name="Yuenong Mei(梅 月濃)" userId="e6685a25-1bc5-4a58-8438-cb63b0ea184f" providerId="ADAL" clId="{9EDEA3EC-83F1-4CFE-ACB3-67463D9BC2F6}" dt="2026-03-29T16:05:08.075" v="144" actId="478"/>
          <ac:spMkLst>
            <pc:docMk/>
            <pc:sldMk cId="609620638" sldId="257"/>
            <ac:spMk id="4" creationId="{1E5F8891-91CD-DED4-40E6-5814CFB8E265}"/>
          </ac:spMkLst>
        </pc:spChg>
        <pc:spChg chg="add del mod">
          <ac:chgData name="Yuenong Mei(梅 月濃)" userId="e6685a25-1bc5-4a58-8438-cb63b0ea184f" providerId="ADAL" clId="{9EDEA3EC-83F1-4CFE-ACB3-67463D9BC2F6}" dt="2026-03-29T16:07:13.302" v="180" actId="478"/>
          <ac:spMkLst>
            <pc:docMk/>
            <pc:sldMk cId="609620638" sldId="257"/>
            <ac:spMk id="7" creationId="{BF38EC68-D784-4698-F75B-164B7BD16E90}"/>
          </ac:spMkLst>
        </pc:spChg>
        <pc:spChg chg="add mod">
          <ac:chgData name="Yuenong Mei(梅 月濃)" userId="e6685a25-1bc5-4a58-8438-cb63b0ea184f" providerId="ADAL" clId="{9EDEA3EC-83F1-4CFE-ACB3-67463D9BC2F6}" dt="2026-03-29T16:08:40.379" v="266" actId="20577"/>
          <ac:spMkLst>
            <pc:docMk/>
            <pc:sldMk cId="609620638" sldId="257"/>
            <ac:spMk id="12" creationId="{D313F49A-C25A-1FD4-FD36-C5D703EF316E}"/>
          </ac:spMkLst>
        </pc:spChg>
        <pc:spChg chg="mod">
          <ac:chgData name="Yuenong Mei(梅 月濃)" userId="e6685a25-1bc5-4a58-8438-cb63b0ea184f" providerId="ADAL" clId="{9EDEA3EC-83F1-4CFE-ACB3-67463D9BC2F6}" dt="2026-03-29T16:14:09.938" v="432" actId="20577"/>
          <ac:spMkLst>
            <pc:docMk/>
            <pc:sldMk cId="609620638" sldId="257"/>
            <ac:spMk id="16" creationId="{0261B53D-7AB5-7402-B37C-C55E9BC0E3DD}"/>
          </ac:spMkLst>
        </pc:spChg>
        <pc:grpChg chg="add mod">
          <ac:chgData name="Yuenong Mei(梅 月濃)" userId="e6685a25-1bc5-4a58-8438-cb63b0ea184f" providerId="ADAL" clId="{9EDEA3EC-83F1-4CFE-ACB3-67463D9BC2F6}" dt="2026-03-29T16:08:47.336" v="267" actId="164"/>
          <ac:grpSpMkLst>
            <pc:docMk/>
            <pc:sldMk cId="609620638" sldId="257"/>
            <ac:grpSpMk id="13" creationId="{8834F70B-5F4D-AB3F-9D8D-AFA8632F41A9}"/>
          </ac:grpSpMkLst>
        </pc:grpChg>
        <pc:grpChg chg="add mod">
          <ac:chgData name="Yuenong Mei(梅 月濃)" userId="e6685a25-1bc5-4a58-8438-cb63b0ea184f" providerId="ADAL" clId="{9EDEA3EC-83F1-4CFE-ACB3-67463D9BC2F6}" dt="2026-03-29T16:08:47.336" v="267" actId="164"/>
          <ac:grpSpMkLst>
            <pc:docMk/>
            <pc:sldMk cId="609620638" sldId="257"/>
            <ac:grpSpMk id="14" creationId="{9AAA3083-681B-CA48-76CC-692DFD89C1F8}"/>
          </ac:grpSpMkLst>
        </pc:grpChg>
        <pc:grpChg chg="add mod">
          <ac:chgData name="Yuenong Mei(梅 月濃)" userId="e6685a25-1bc5-4a58-8438-cb63b0ea184f" providerId="ADAL" clId="{9EDEA3EC-83F1-4CFE-ACB3-67463D9BC2F6}" dt="2026-03-29T16:08:57.535" v="270" actId="12788"/>
          <ac:grpSpMkLst>
            <pc:docMk/>
            <pc:sldMk cId="609620638" sldId="257"/>
            <ac:grpSpMk id="17" creationId="{6F479E95-3201-F0B9-D4F3-5320A7CDF30A}"/>
          </ac:grpSpMkLst>
        </pc:grpChg>
        <pc:picChg chg="add mod">
          <ac:chgData name="Yuenong Mei(梅 月濃)" userId="e6685a25-1bc5-4a58-8438-cb63b0ea184f" providerId="ADAL" clId="{9EDEA3EC-83F1-4CFE-ACB3-67463D9BC2F6}" dt="2026-03-29T16:09:02.947" v="272" actId="1076"/>
          <ac:picMkLst>
            <pc:docMk/>
            <pc:sldMk cId="609620638" sldId="257"/>
            <ac:picMk id="6" creationId="{147C6A1D-004A-8EDD-002F-7D30C2EA3B0F}"/>
          </ac:picMkLst>
        </pc:picChg>
        <pc:picChg chg="add mod">
          <ac:chgData name="Yuenong Mei(梅 月濃)" userId="e6685a25-1bc5-4a58-8438-cb63b0ea184f" providerId="ADAL" clId="{9EDEA3EC-83F1-4CFE-ACB3-67463D9BC2F6}" dt="2026-03-29T16:09:41.754" v="281" actId="1076"/>
          <ac:picMkLst>
            <pc:docMk/>
            <pc:sldMk cId="609620638" sldId="257"/>
            <ac:picMk id="19" creationId="{510553BD-F1A6-D83D-6C00-FB69F176CD33}"/>
          </ac:picMkLst>
        </pc:picChg>
        <pc:cxnChg chg="add mod">
          <ac:chgData name="Yuenong Mei(梅 月濃)" userId="e6685a25-1bc5-4a58-8438-cb63b0ea184f" providerId="ADAL" clId="{9EDEA3EC-83F1-4CFE-ACB3-67463D9BC2F6}" dt="2026-03-29T16:08:17.044" v="235" actId="164"/>
          <ac:cxnSpMkLst>
            <pc:docMk/>
            <pc:sldMk cId="609620638" sldId="257"/>
            <ac:cxnSpMk id="9" creationId="{AE463904-1063-3808-BCC8-D1BE4A330CD8}"/>
          </ac:cxnSpMkLst>
        </pc:cxnChg>
        <pc:cxnChg chg="mod">
          <ac:chgData name="Yuenong Mei(梅 月濃)" userId="e6685a25-1bc5-4a58-8438-cb63b0ea184f" providerId="ADAL" clId="{9EDEA3EC-83F1-4CFE-ACB3-67463D9BC2F6}" dt="2026-03-29T16:08:23.253" v="236" actId="571"/>
          <ac:cxnSpMkLst>
            <pc:docMk/>
            <pc:sldMk cId="609620638" sldId="257"/>
            <ac:cxnSpMk id="15" creationId="{74B294FC-DC9D-E1F7-D633-709FC95971D1}"/>
          </ac:cxnSpMkLst>
        </pc:cxnChg>
      </pc:sldChg>
      <pc:sldChg chg="add del">
        <pc:chgData name="Yuenong Mei(梅 月濃)" userId="e6685a25-1bc5-4a58-8438-cb63b0ea184f" providerId="ADAL" clId="{9EDEA3EC-83F1-4CFE-ACB3-67463D9BC2F6}" dt="2026-03-29T16:25:33.346" v="674" actId="47"/>
        <pc:sldMkLst>
          <pc:docMk/>
          <pc:sldMk cId="3071884895" sldId="258"/>
        </pc:sldMkLst>
      </pc:sldChg>
      <pc:sldChg chg="add del">
        <pc:chgData name="Yuenong Mei(梅 月濃)" userId="e6685a25-1bc5-4a58-8438-cb63b0ea184f" providerId="ADAL" clId="{9EDEA3EC-83F1-4CFE-ACB3-67463D9BC2F6}" dt="2026-03-29T16:25:35.481" v="675" actId="47"/>
        <pc:sldMkLst>
          <pc:docMk/>
          <pc:sldMk cId="1577959089" sldId="259"/>
        </pc:sldMkLst>
      </pc:sldChg>
      <pc:sldChg chg="add del">
        <pc:chgData name="Yuenong Mei(梅 月濃)" userId="e6685a25-1bc5-4a58-8438-cb63b0ea184f" providerId="ADAL" clId="{9EDEA3EC-83F1-4CFE-ACB3-67463D9BC2F6}" dt="2026-03-29T16:25:36.341" v="676" actId="47"/>
        <pc:sldMkLst>
          <pc:docMk/>
          <pc:sldMk cId="2433733873" sldId="260"/>
        </pc:sldMkLst>
      </pc:sldChg>
      <pc:sldChg chg="add del">
        <pc:chgData name="Yuenong Mei(梅 月濃)" userId="e6685a25-1bc5-4a58-8438-cb63b0ea184f" providerId="ADAL" clId="{9EDEA3EC-83F1-4CFE-ACB3-67463D9BC2F6}" dt="2026-03-29T16:25:37.384" v="677" actId="47"/>
        <pc:sldMkLst>
          <pc:docMk/>
          <pc:sldMk cId="2356184774" sldId="261"/>
        </pc:sldMkLst>
      </pc:sldChg>
      <pc:sldChg chg="add del">
        <pc:chgData name="Yuenong Mei(梅 月濃)" userId="e6685a25-1bc5-4a58-8438-cb63b0ea184f" providerId="ADAL" clId="{9EDEA3EC-83F1-4CFE-ACB3-67463D9BC2F6}" dt="2026-03-29T16:25:39.229" v="678" actId="47"/>
        <pc:sldMkLst>
          <pc:docMk/>
          <pc:sldMk cId="4193905885" sldId="262"/>
        </pc:sldMkLst>
      </pc:sldChg>
      <pc:sldChg chg="add del">
        <pc:chgData name="Yuenong Mei(梅 月濃)" userId="e6685a25-1bc5-4a58-8438-cb63b0ea184f" providerId="ADAL" clId="{9EDEA3EC-83F1-4CFE-ACB3-67463D9BC2F6}" dt="2026-03-29T16:25:39.912" v="679" actId="47"/>
        <pc:sldMkLst>
          <pc:docMk/>
          <pc:sldMk cId="1893567824" sldId="263"/>
        </pc:sldMkLst>
      </pc:sldChg>
      <pc:sldChg chg="add del">
        <pc:chgData name="Yuenong Mei(梅 月濃)" userId="e6685a25-1bc5-4a58-8438-cb63b0ea184f" providerId="ADAL" clId="{9EDEA3EC-83F1-4CFE-ACB3-67463D9BC2F6}" dt="2026-03-29T16:25:40.995" v="680" actId="47"/>
        <pc:sldMkLst>
          <pc:docMk/>
          <pc:sldMk cId="3833437014" sldId="264"/>
        </pc:sldMkLst>
      </pc:sldChg>
      <pc:sldChg chg="new del">
        <pc:chgData name="Yuenong Mei(梅 月濃)" userId="e6685a25-1bc5-4a58-8438-cb63b0ea184f" providerId="ADAL" clId="{9EDEA3EC-83F1-4CFE-ACB3-67463D9BC2F6}" dt="2026-03-29T16:25:32.703" v="673" actId="47"/>
        <pc:sldMkLst>
          <pc:docMk/>
          <pc:sldMk cId="3130422479" sldId="265"/>
        </pc:sldMkLst>
      </pc:sldChg>
      <pc:sldChg chg="add del">
        <pc:chgData name="Yuenong Mei(梅 月濃)" userId="e6685a25-1bc5-4a58-8438-cb63b0ea184f" providerId="ADAL" clId="{9EDEA3EC-83F1-4CFE-ACB3-67463D9BC2F6}" dt="2026-03-29T16:10:09.983" v="291" actId="47"/>
        <pc:sldMkLst>
          <pc:docMk/>
          <pc:sldMk cId="120529747" sldId="266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876429972" sldId="266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67955533" sldId="267"/>
        </pc:sldMkLst>
      </pc:sldChg>
      <pc:sldChg chg="add del">
        <pc:chgData name="Yuenong Mei(梅 月濃)" userId="e6685a25-1bc5-4a58-8438-cb63b0ea184f" providerId="ADAL" clId="{9EDEA3EC-83F1-4CFE-ACB3-67463D9BC2F6}" dt="2026-03-29T16:11:52.543" v="350" actId="47"/>
        <pc:sldMkLst>
          <pc:docMk/>
          <pc:sldMk cId="3328036379" sldId="267"/>
        </pc:sldMkLst>
      </pc:sldChg>
      <pc:sldChg chg="add del ord">
        <pc:chgData name="Yuenong Mei(梅 月濃)" userId="e6685a25-1bc5-4a58-8438-cb63b0ea184f" providerId="ADAL" clId="{9EDEA3EC-83F1-4CFE-ACB3-67463D9BC2F6}" dt="2026-03-29T16:14:21.974" v="434" actId="47"/>
        <pc:sldMkLst>
          <pc:docMk/>
          <pc:sldMk cId="467650280" sldId="268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1501789465" sldId="268"/>
        </pc:sldMkLst>
      </pc:sldChg>
      <pc:sldChg chg="add del">
        <pc:chgData name="Yuenong Mei(梅 月濃)" userId="e6685a25-1bc5-4a58-8438-cb63b0ea184f" providerId="ADAL" clId="{9EDEA3EC-83F1-4CFE-ACB3-67463D9BC2F6}" dt="2026-03-29T16:14:39.796" v="435" actId="47"/>
        <pc:sldMkLst>
          <pc:docMk/>
          <pc:sldMk cId="40384564" sldId="269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368677938" sldId="269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3027807595" sldId="270"/>
        </pc:sldMkLst>
      </pc:sldChg>
      <pc:sldChg chg="add del ord">
        <pc:chgData name="Yuenong Mei(梅 月濃)" userId="e6685a25-1bc5-4a58-8438-cb63b0ea184f" providerId="ADAL" clId="{9EDEA3EC-83F1-4CFE-ACB3-67463D9BC2F6}" dt="2026-03-29T16:20:59.475" v="504" actId="47"/>
        <pc:sldMkLst>
          <pc:docMk/>
          <pc:sldMk cId="4084188889" sldId="270"/>
        </pc:sldMkLst>
      </pc:sldChg>
      <pc:sldChg chg="modSp add del mod ord">
        <pc:chgData name="Yuenong Mei(梅 月濃)" userId="e6685a25-1bc5-4a58-8438-cb63b0ea184f" providerId="ADAL" clId="{9EDEA3EC-83F1-4CFE-ACB3-67463D9BC2F6}" dt="2026-03-29T16:23:31.389" v="595" actId="47"/>
        <pc:sldMkLst>
          <pc:docMk/>
          <pc:sldMk cId="1119567043" sldId="271"/>
        </pc:sldMkLst>
        <pc:grpChg chg="mod">
          <ac:chgData name="Yuenong Mei(梅 月濃)" userId="e6685a25-1bc5-4a58-8438-cb63b0ea184f" providerId="ADAL" clId="{9EDEA3EC-83F1-4CFE-ACB3-67463D9BC2F6}" dt="2026-03-29T16:21:47.822" v="519" actId="1076"/>
          <ac:grpSpMkLst>
            <pc:docMk/>
            <pc:sldMk cId="1119567043" sldId="271"/>
            <ac:grpSpMk id="6" creationId="{7E35D693-87F8-A1AE-242E-551B25E3138F}"/>
          </ac:grpSpMkLst>
        </pc:grpChg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2089523667" sldId="271"/>
        </pc:sldMkLst>
      </pc:sldChg>
      <pc:sldChg chg="add del">
        <pc:chgData name="Yuenong Mei(梅 月濃)" userId="e6685a25-1bc5-4a58-8438-cb63b0ea184f" providerId="ADAL" clId="{9EDEA3EC-83F1-4CFE-ACB3-67463D9BC2F6}" dt="2026-03-29T16:25:31.983" v="672" actId="47"/>
        <pc:sldMkLst>
          <pc:docMk/>
          <pc:sldMk cId="3537678817" sldId="272"/>
        </pc:sldMkLst>
      </pc:sldChg>
      <pc:sldChg chg="add del">
        <pc:chgData name="Yuenong Mei(梅 月濃)" userId="e6685a25-1bc5-4a58-8438-cb63b0ea184f" providerId="ADAL" clId="{9EDEA3EC-83F1-4CFE-ACB3-67463D9BC2F6}" dt="2026-03-29T16:04:20.174" v="140"/>
        <pc:sldMkLst>
          <pc:docMk/>
          <pc:sldMk cId="3645138070" sldId="272"/>
        </pc:sldMkLst>
      </pc:sldChg>
      <pc:sldChg chg="addSp delSp modSp add mod">
        <pc:chgData name="Yuenong Mei(梅 月濃)" userId="e6685a25-1bc5-4a58-8438-cb63b0ea184f" providerId="ADAL" clId="{9EDEA3EC-83F1-4CFE-ACB3-67463D9BC2F6}" dt="2026-03-29T16:14:12.644" v="433"/>
        <pc:sldMkLst>
          <pc:docMk/>
          <pc:sldMk cId="4085247688" sldId="273"/>
        </pc:sldMkLst>
        <pc:spChg chg="mod">
          <ac:chgData name="Yuenong Mei(梅 月濃)" userId="e6685a25-1bc5-4a58-8438-cb63b0ea184f" providerId="ADAL" clId="{9EDEA3EC-83F1-4CFE-ACB3-67463D9BC2F6}" dt="2026-03-29T16:13:05.907" v="393" actId="20577"/>
          <ac:spMkLst>
            <pc:docMk/>
            <pc:sldMk cId="4085247688" sldId="273"/>
            <ac:spMk id="2" creationId="{8EC3485C-12F0-A870-E958-3F8BC304C272}"/>
          </ac:spMkLst>
        </pc:spChg>
        <pc:spChg chg="add mod">
          <ac:chgData name="Yuenong Mei(梅 月濃)" userId="e6685a25-1bc5-4a58-8438-cb63b0ea184f" providerId="ADAL" clId="{9EDEA3EC-83F1-4CFE-ACB3-67463D9BC2F6}" dt="2026-03-29T16:13:39.745" v="405" actId="12788"/>
          <ac:spMkLst>
            <pc:docMk/>
            <pc:sldMk cId="4085247688" sldId="273"/>
            <ac:spMk id="8" creationId="{589C7242-75B4-6C77-067A-4D0D6D9C2572}"/>
          </ac:spMkLst>
        </pc:spChg>
        <pc:spChg chg="mod">
          <ac:chgData name="Yuenong Mei(梅 月濃)" userId="e6685a25-1bc5-4a58-8438-cb63b0ea184f" providerId="ADAL" clId="{9EDEA3EC-83F1-4CFE-ACB3-67463D9BC2F6}" dt="2026-03-29T16:14:12.644" v="433"/>
          <ac:spMkLst>
            <pc:docMk/>
            <pc:sldMk cId="4085247688" sldId="273"/>
            <ac:spMk id="12" creationId="{3ABC557E-39D1-13A5-FF4E-3E8DAF3F5323}"/>
          </ac:spMkLst>
        </pc:spChg>
        <pc:spChg chg="mod">
          <ac:chgData name="Yuenong Mei(梅 月濃)" userId="e6685a25-1bc5-4a58-8438-cb63b0ea184f" providerId="ADAL" clId="{9EDEA3EC-83F1-4CFE-ACB3-67463D9BC2F6}" dt="2026-03-29T16:14:12.644" v="433"/>
          <ac:spMkLst>
            <pc:docMk/>
            <pc:sldMk cId="4085247688" sldId="273"/>
            <ac:spMk id="16" creationId="{26133281-D287-D79C-940C-DD599B156633}"/>
          </ac:spMkLst>
        </pc:spChg>
        <pc:grpChg chg="add del mod ord">
          <ac:chgData name="Yuenong Mei(梅 月濃)" userId="e6685a25-1bc5-4a58-8438-cb63b0ea184f" providerId="ADAL" clId="{9EDEA3EC-83F1-4CFE-ACB3-67463D9BC2F6}" dt="2026-03-29T16:12:50.450" v="364" actId="478"/>
          <ac:grpSpMkLst>
            <pc:docMk/>
            <pc:sldMk cId="4085247688" sldId="273"/>
            <ac:grpSpMk id="3" creationId="{2F1F190F-6FCC-97C7-0FFD-4FF207D80DD0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3" creationId="{CF785F68-0ED6-8C33-04F9-1EBA17EF7A62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4" creationId="{DBCEAC96-B972-454E-E7DF-30CDC305534E}"/>
          </ac:grpSpMkLst>
        </pc:grpChg>
        <pc:grpChg chg="mod">
          <ac:chgData name="Yuenong Mei(梅 月濃)" userId="e6685a25-1bc5-4a58-8438-cb63b0ea184f" providerId="ADAL" clId="{9EDEA3EC-83F1-4CFE-ACB3-67463D9BC2F6}" dt="2026-03-29T16:14:12.644" v="433"/>
          <ac:grpSpMkLst>
            <pc:docMk/>
            <pc:sldMk cId="4085247688" sldId="273"/>
            <ac:grpSpMk id="17" creationId="{33012A69-A0E1-8EDA-E219-7C076756F76F}"/>
          </ac:grpSpMkLst>
        </pc:grpChg>
        <pc:grpChg chg="add mod">
          <ac:chgData name="Yuenong Mei(梅 月濃)" userId="e6685a25-1bc5-4a58-8438-cb63b0ea184f" providerId="ADAL" clId="{9EDEA3EC-83F1-4CFE-ACB3-67463D9BC2F6}" dt="2026-03-29T16:13:47.296" v="409" actId="1076"/>
          <ac:grpSpMkLst>
            <pc:docMk/>
            <pc:sldMk cId="4085247688" sldId="273"/>
            <ac:grpSpMk id="18" creationId="{B5B0B644-5474-C372-93B2-4682A98077B5}"/>
          </ac:grpSpMkLst>
        </pc:grpChg>
        <pc:picChg chg="mod">
          <ac:chgData name="Yuenong Mei(梅 月濃)" userId="e6685a25-1bc5-4a58-8438-cb63b0ea184f" providerId="ADAL" clId="{9EDEA3EC-83F1-4CFE-ACB3-67463D9BC2F6}" dt="2026-03-29T16:10:27.436" v="331" actId="108"/>
          <ac:picMkLst>
            <pc:docMk/>
            <pc:sldMk cId="4085247688" sldId="273"/>
            <ac:picMk id="4" creationId="{B9C0F36D-1807-646A-59F9-870C6B443AC0}"/>
          </ac:picMkLst>
        </pc:picChg>
        <pc:picChg chg="del">
          <ac:chgData name="Yuenong Mei(梅 月濃)" userId="e6685a25-1bc5-4a58-8438-cb63b0ea184f" providerId="ADAL" clId="{9EDEA3EC-83F1-4CFE-ACB3-67463D9BC2F6}" dt="2026-03-29T16:09:53.965" v="283" actId="478"/>
          <ac:picMkLst>
            <pc:docMk/>
            <pc:sldMk cId="4085247688" sldId="273"/>
            <ac:picMk id="6" creationId="{A8993E94-4880-9803-B9D9-47BD7961F1EE}"/>
          </ac:picMkLst>
        </pc:picChg>
        <pc:picChg chg="mod">
          <ac:chgData name="Yuenong Mei(梅 月濃)" userId="e6685a25-1bc5-4a58-8438-cb63b0ea184f" providerId="ADAL" clId="{9EDEA3EC-83F1-4CFE-ACB3-67463D9BC2F6}" dt="2026-03-29T16:11:19.322" v="347" actId="1076"/>
          <ac:picMkLst>
            <pc:docMk/>
            <pc:sldMk cId="4085247688" sldId="273"/>
            <ac:picMk id="7" creationId="{59A4D594-9443-84BA-2412-B30D90279B81}"/>
          </ac:picMkLst>
        </pc:picChg>
        <pc:picChg chg="add mod">
          <ac:chgData name="Yuenong Mei(梅 月濃)" userId="e6685a25-1bc5-4a58-8438-cb63b0ea184f" providerId="ADAL" clId="{9EDEA3EC-83F1-4CFE-ACB3-67463D9BC2F6}" dt="2026-03-29T16:13:56.319" v="414" actId="1076"/>
          <ac:picMkLst>
            <pc:docMk/>
            <pc:sldMk cId="4085247688" sldId="273"/>
            <ac:picMk id="11" creationId="{3B2B3C3A-89D5-2E78-4265-A1007CBB192C}"/>
          </ac:picMkLst>
        </pc:picChg>
        <pc:picChg chg="del">
          <ac:chgData name="Yuenong Mei(梅 月濃)" userId="e6685a25-1bc5-4a58-8438-cb63b0ea184f" providerId="ADAL" clId="{9EDEA3EC-83F1-4CFE-ACB3-67463D9BC2F6}" dt="2026-03-29T16:09:53.965" v="283" actId="478"/>
          <ac:picMkLst>
            <pc:docMk/>
            <pc:sldMk cId="4085247688" sldId="273"/>
            <ac:picMk id="19" creationId="{92EB1453-1E3E-DAB6-AEEC-96B1F085E56A}"/>
          </ac:picMkLst>
        </pc:picChg>
        <pc:picChg chg="mod">
          <ac:chgData name="Yuenong Mei(梅 月濃)" userId="e6685a25-1bc5-4a58-8438-cb63b0ea184f" providerId="ADAL" clId="{9EDEA3EC-83F1-4CFE-ACB3-67463D9BC2F6}" dt="2026-03-29T16:13:23.493" v="397"/>
          <ac:picMkLst>
            <pc:docMk/>
            <pc:sldMk cId="4085247688" sldId="273"/>
            <ac:picMk id="20" creationId="{F14B6669-201D-8A62-B468-26C43E55C26A}"/>
          </ac:picMkLst>
        </pc:picChg>
        <pc:picChg chg="mod">
          <ac:chgData name="Yuenong Mei(梅 月濃)" userId="e6685a25-1bc5-4a58-8438-cb63b0ea184f" providerId="ADAL" clId="{9EDEA3EC-83F1-4CFE-ACB3-67463D9BC2F6}" dt="2026-03-29T16:13:31.034" v="402" actId="1035"/>
          <ac:picMkLst>
            <pc:docMk/>
            <pc:sldMk cId="4085247688" sldId="273"/>
            <ac:picMk id="21" creationId="{4B0034AD-9E1B-989F-4D2F-4390F0277E0E}"/>
          </ac:picMkLst>
        </pc:picChg>
        <pc:cxnChg chg="mod">
          <ac:chgData name="Yuenong Mei(梅 月濃)" userId="e6685a25-1bc5-4a58-8438-cb63b0ea184f" providerId="ADAL" clId="{9EDEA3EC-83F1-4CFE-ACB3-67463D9BC2F6}" dt="2026-03-29T16:14:12.644" v="433"/>
          <ac:cxnSpMkLst>
            <pc:docMk/>
            <pc:sldMk cId="4085247688" sldId="273"/>
            <ac:cxnSpMk id="9" creationId="{827E65AC-E0E2-60F1-D36C-C8CEEBA0219F}"/>
          </ac:cxnSpMkLst>
        </pc:cxnChg>
        <pc:cxnChg chg="mod">
          <ac:chgData name="Yuenong Mei(梅 月濃)" userId="e6685a25-1bc5-4a58-8438-cb63b0ea184f" providerId="ADAL" clId="{9EDEA3EC-83F1-4CFE-ACB3-67463D9BC2F6}" dt="2026-03-29T16:14:12.644" v="433"/>
          <ac:cxnSpMkLst>
            <pc:docMk/>
            <pc:sldMk cId="4085247688" sldId="273"/>
            <ac:cxnSpMk id="15" creationId="{CB2D2AE9-BF5D-3F6D-E4E7-8BA9705FB7AF}"/>
          </ac:cxnSpMkLst>
        </pc:cxnChg>
      </pc:sldChg>
      <pc:sldChg chg="addSp delSp modSp add mod ord">
        <pc:chgData name="Yuenong Mei(梅 月濃)" userId="e6685a25-1bc5-4a58-8438-cb63b0ea184f" providerId="ADAL" clId="{9EDEA3EC-83F1-4CFE-ACB3-67463D9BC2F6}" dt="2026-03-29T16:22:34.628" v="579"/>
        <pc:sldMkLst>
          <pc:docMk/>
          <pc:sldMk cId="1528469775" sldId="274"/>
        </pc:sldMkLst>
        <pc:spChg chg="mod">
          <ac:chgData name="Yuenong Mei(梅 月濃)" userId="e6685a25-1bc5-4a58-8438-cb63b0ea184f" providerId="ADAL" clId="{9EDEA3EC-83F1-4CFE-ACB3-67463D9BC2F6}" dt="2026-03-29T16:14:58.339" v="477" actId="20577"/>
          <ac:spMkLst>
            <pc:docMk/>
            <pc:sldMk cId="1528469775" sldId="274"/>
            <ac:spMk id="2" creationId="{FF45AB0A-3EEC-F496-1839-7D8EF5265226}"/>
          </ac:spMkLst>
        </pc:spChg>
        <pc:spChg chg="add mod">
          <ac:chgData name="Yuenong Mei(梅 月濃)" userId="e6685a25-1bc5-4a58-8438-cb63b0ea184f" providerId="ADAL" clId="{9EDEA3EC-83F1-4CFE-ACB3-67463D9BC2F6}" dt="2026-03-29T16:21:13.143" v="508" actId="14100"/>
          <ac:spMkLst>
            <pc:docMk/>
            <pc:sldMk cId="1528469775" sldId="274"/>
            <ac:spMk id="7" creationId="{75E05814-07A6-C4F8-B70B-53795C721CAB}"/>
          </ac:spMkLst>
        </pc:spChg>
        <pc:spChg chg="add del mod">
          <ac:chgData name="Yuenong Mei(梅 月濃)" userId="e6685a25-1bc5-4a58-8438-cb63b0ea184f" providerId="ADAL" clId="{9EDEA3EC-83F1-4CFE-ACB3-67463D9BC2F6}" dt="2026-03-29T16:19:19.593" v="503" actId="478"/>
          <ac:spMkLst>
            <pc:docMk/>
            <pc:sldMk cId="1528469775" sldId="274"/>
            <ac:spMk id="8" creationId="{72CBFA1C-EB6E-0086-B669-836F819C4939}"/>
          </ac:spMkLst>
        </pc:spChg>
        <pc:spChg chg="mod">
          <ac:chgData name="Yuenong Mei(梅 月濃)" userId="e6685a25-1bc5-4a58-8438-cb63b0ea184f" providerId="ADAL" clId="{9EDEA3EC-83F1-4CFE-ACB3-67463D9BC2F6}" dt="2026-03-29T16:22:34.628" v="579"/>
          <ac:spMkLst>
            <pc:docMk/>
            <pc:sldMk cId="1528469775" sldId="274"/>
            <ac:spMk id="12" creationId="{34941C04-4154-0D27-753C-15994B1CE9F0}"/>
          </ac:spMkLst>
        </pc:spChg>
        <pc:spChg chg="mod">
          <ac:chgData name="Yuenong Mei(梅 月濃)" userId="e6685a25-1bc5-4a58-8438-cb63b0ea184f" providerId="ADAL" clId="{9EDEA3EC-83F1-4CFE-ACB3-67463D9BC2F6}" dt="2026-03-29T16:22:34.628" v="579"/>
          <ac:spMkLst>
            <pc:docMk/>
            <pc:sldMk cId="1528469775" sldId="274"/>
            <ac:spMk id="16" creationId="{929CA8F3-BA88-3AF3-0DAA-A8488125B693}"/>
          </ac:spMkLst>
        </pc:spChg>
        <pc:grpChg chg="add mod">
          <ac:chgData name="Yuenong Mei(梅 月濃)" userId="e6685a25-1bc5-4a58-8438-cb63b0ea184f" providerId="ADAL" clId="{9EDEA3EC-83F1-4CFE-ACB3-67463D9BC2F6}" dt="2026-03-29T16:21:27.870" v="516" actId="1076"/>
          <ac:grpSpMkLst>
            <pc:docMk/>
            <pc:sldMk cId="1528469775" sldId="274"/>
            <ac:grpSpMk id="3" creationId="{6EC4C1ED-BB5E-871B-DE3A-11BA0FF6D743}"/>
          </ac:grpSpMkLst>
        </pc:grpChg>
        <pc:grpChg chg="mod">
          <ac:chgData name="Yuenong Mei(梅 月濃)" userId="e6685a25-1bc5-4a58-8438-cb63b0ea184f" providerId="ADAL" clId="{9EDEA3EC-83F1-4CFE-ACB3-67463D9BC2F6}" dt="2026-03-29T16:22:34.628" v="579"/>
          <ac:grpSpMkLst>
            <pc:docMk/>
            <pc:sldMk cId="1528469775" sldId="274"/>
            <ac:grpSpMk id="13" creationId="{09852820-AAF5-2561-D504-1B5C73A048F6}"/>
          </ac:grpSpMkLst>
        </pc:grpChg>
        <pc:grpChg chg="mod">
          <ac:chgData name="Yuenong Mei(梅 月濃)" userId="e6685a25-1bc5-4a58-8438-cb63b0ea184f" providerId="ADAL" clId="{9EDEA3EC-83F1-4CFE-ACB3-67463D9BC2F6}" dt="2026-03-29T16:22:34.628" v="579"/>
          <ac:grpSpMkLst>
            <pc:docMk/>
            <pc:sldMk cId="1528469775" sldId="274"/>
            <ac:grpSpMk id="14" creationId="{135EB01B-6817-CBDB-EE1B-CFA66442E8E7}"/>
          </ac:grpSpMkLst>
        </pc:grpChg>
        <pc:grpChg chg="mod">
          <ac:chgData name="Yuenong Mei(梅 月濃)" userId="e6685a25-1bc5-4a58-8438-cb63b0ea184f" providerId="ADAL" clId="{9EDEA3EC-83F1-4CFE-ACB3-67463D9BC2F6}" dt="2026-03-29T16:22:34.628" v="579"/>
          <ac:grpSpMkLst>
            <pc:docMk/>
            <pc:sldMk cId="1528469775" sldId="274"/>
            <ac:grpSpMk id="17" creationId="{77972C78-AA5A-4380-8146-15DD8B9BE62B}"/>
          </ac:grpSpMkLst>
        </pc:grpChg>
        <pc:picChg chg="add del mod">
          <ac:chgData name="Yuenong Mei(梅 月濃)" userId="e6685a25-1bc5-4a58-8438-cb63b0ea184f" providerId="ADAL" clId="{9EDEA3EC-83F1-4CFE-ACB3-67463D9BC2F6}" dt="2026-03-29T16:18:14.484" v="483" actId="478"/>
          <ac:picMkLst>
            <pc:docMk/>
            <pc:sldMk cId="1528469775" sldId="274"/>
            <ac:picMk id="3" creationId="{CD79FF23-8A1C-6545-CCCC-B3DEE1AE682A}"/>
          </ac:picMkLst>
        </pc:picChg>
        <pc:picChg chg="mod">
          <ac:chgData name="Yuenong Mei(梅 月濃)" userId="e6685a25-1bc5-4a58-8438-cb63b0ea184f" providerId="ADAL" clId="{9EDEA3EC-83F1-4CFE-ACB3-67463D9BC2F6}" dt="2026-03-29T16:21:01.142" v="505"/>
          <ac:picMkLst>
            <pc:docMk/>
            <pc:sldMk cId="1528469775" sldId="274"/>
            <ac:picMk id="4" creationId="{18414C2B-8277-A068-2001-331C105E598F}"/>
          </ac:picMkLst>
        </pc:picChg>
        <pc:picChg chg="mod">
          <ac:chgData name="Yuenong Mei(梅 月濃)" userId="e6685a25-1bc5-4a58-8438-cb63b0ea184f" providerId="ADAL" clId="{9EDEA3EC-83F1-4CFE-ACB3-67463D9BC2F6}" dt="2026-03-29T16:21:01.142" v="505"/>
          <ac:picMkLst>
            <pc:docMk/>
            <pc:sldMk cId="1528469775" sldId="274"/>
            <ac:picMk id="6" creationId="{A3A11205-25AB-09BD-F04C-4DBE21DABB34}"/>
          </ac:picMkLst>
        </pc:picChg>
        <pc:picChg chg="add mod">
          <ac:chgData name="Yuenong Mei(梅 月濃)" userId="e6685a25-1bc5-4a58-8438-cb63b0ea184f" providerId="ADAL" clId="{9EDEA3EC-83F1-4CFE-ACB3-67463D9BC2F6}" dt="2026-03-29T16:21:09.687" v="507" actId="1076"/>
          <ac:picMkLst>
            <pc:docMk/>
            <pc:sldMk cId="1528469775" sldId="274"/>
            <ac:picMk id="11" creationId="{840517F9-5A91-605F-F149-11FBA983A910}"/>
          </ac:picMkLst>
        </pc:picChg>
        <pc:cxnChg chg="add del">
          <ac:chgData name="Yuenong Mei(梅 月濃)" userId="e6685a25-1bc5-4a58-8438-cb63b0ea184f" providerId="ADAL" clId="{9EDEA3EC-83F1-4CFE-ACB3-67463D9BC2F6}" dt="2026-03-29T16:18:27.064" v="485" actId="478"/>
          <ac:cxnSpMkLst>
            <pc:docMk/>
            <pc:sldMk cId="1528469775" sldId="274"/>
            <ac:cxnSpMk id="6" creationId="{67C5E8EE-B459-0D1E-9D38-9CA542247C9E}"/>
          </ac:cxnSpMkLst>
        </pc:cxnChg>
        <pc:cxnChg chg="mod">
          <ac:chgData name="Yuenong Mei(梅 月濃)" userId="e6685a25-1bc5-4a58-8438-cb63b0ea184f" providerId="ADAL" clId="{9EDEA3EC-83F1-4CFE-ACB3-67463D9BC2F6}" dt="2026-03-29T16:22:34.628" v="579"/>
          <ac:cxnSpMkLst>
            <pc:docMk/>
            <pc:sldMk cId="1528469775" sldId="274"/>
            <ac:cxnSpMk id="9" creationId="{9AA38A44-EA3A-F53E-C178-F8736F3AD88E}"/>
          </ac:cxnSpMkLst>
        </pc:cxnChg>
        <pc:cxnChg chg="mod">
          <ac:chgData name="Yuenong Mei(梅 月濃)" userId="e6685a25-1bc5-4a58-8438-cb63b0ea184f" providerId="ADAL" clId="{9EDEA3EC-83F1-4CFE-ACB3-67463D9BC2F6}" dt="2026-03-29T16:22:34.628" v="579"/>
          <ac:cxnSpMkLst>
            <pc:docMk/>
            <pc:sldMk cId="1528469775" sldId="274"/>
            <ac:cxnSpMk id="15" creationId="{F7648461-F1E8-9BB0-5341-E148AFCB0715}"/>
          </ac:cxnSpMkLst>
        </pc:cxnChg>
      </pc:sldChg>
      <pc:sldChg chg="addSp modSp add mod ord">
        <pc:chgData name="Yuenong Mei(梅 月濃)" userId="e6685a25-1bc5-4a58-8438-cb63b0ea184f" providerId="ADAL" clId="{9EDEA3EC-83F1-4CFE-ACB3-67463D9BC2F6}" dt="2026-03-29T16:23:24.244" v="594" actId="1076"/>
        <pc:sldMkLst>
          <pc:docMk/>
          <pc:sldMk cId="3153311667" sldId="275"/>
        </pc:sldMkLst>
        <pc:spChg chg="mod">
          <ac:chgData name="Yuenong Mei(梅 月濃)" userId="e6685a25-1bc5-4a58-8438-cb63b0ea184f" providerId="ADAL" clId="{9EDEA3EC-83F1-4CFE-ACB3-67463D9BC2F6}" dt="2026-03-29T16:22:21.755" v="578" actId="20577"/>
          <ac:spMkLst>
            <pc:docMk/>
            <pc:sldMk cId="3153311667" sldId="275"/>
            <ac:spMk id="2" creationId="{6A879FE6-CF14-ECFA-F567-8BF4777D4FCD}"/>
          </ac:spMkLst>
        </pc:spChg>
        <pc:spChg chg="add mod ord">
          <ac:chgData name="Yuenong Mei(梅 月濃)" userId="e6685a25-1bc5-4a58-8438-cb63b0ea184f" providerId="ADAL" clId="{9EDEA3EC-83F1-4CFE-ACB3-67463D9BC2F6}" dt="2026-03-29T16:22:09.137" v="529" actId="167"/>
          <ac:spMkLst>
            <pc:docMk/>
            <pc:sldMk cId="3153311667" sldId="275"/>
            <ac:spMk id="7" creationId="{42A85779-192D-FA1B-2ED4-0538E3104505}"/>
          </ac:spMkLst>
        </pc:spChg>
        <pc:spChg chg="mod">
          <ac:chgData name="Yuenong Mei(梅 月濃)" userId="e6685a25-1bc5-4a58-8438-cb63b0ea184f" providerId="ADAL" clId="{9EDEA3EC-83F1-4CFE-ACB3-67463D9BC2F6}" dt="2026-03-29T16:22:36.479" v="580"/>
          <ac:spMkLst>
            <pc:docMk/>
            <pc:sldMk cId="3153311667" sldId="275"/>
            <ac:spMk id="12" creationId="{465B8A03-69A6-B8CB-0087-A71A832AFA4C}"/>
          </ac:spMkLst>
        </pc:spChg>
        <pc:spChg chg="mod">
          <ac:chgData name="Yuenong Mei(梅 月濃)" userId="e6685a25-1bc5-4a58-8438-cb63b0ea184f" providerId="ADAL" clId="{9EDEA3EC-83F1-4CFE-ACB3-67463D9BC2F6}" dt="2026-03-29T16:22:36.479" v="580"/>
          <ac:spMkLst>
            <pc:docMk/>
            <pc:sldMk cId="3153311667" sldId="275"/>
            <ac:spMk id="16" creationId="{0680CFEF-4E62-6026-B75F-52DD1465809C}"/>
          </ac:spMkLst>
        </pc:spChg>
        <pc:grpChg chg="add mod">
          <ac:chgData name="Yuenong Mei(梅 月濃)" userId="e6685a25-1bc5-4a58-8438-cb63b0ea184f" providerId="ADAL" clId="{9EDEA3EC-83F1-4CFE-ACB3-67463D9BC2F6}" dt="2026-03-29T16:21:59.048" v="525" actId="1076"/>
          <ac:grpSpMkLst>
            <pc:docMk/>
            <pc:sldMk cId="3153311667" sldId="275"/>
            <ac:grpSpMk id="3" creationId="{2CF8CA10-AA83-9E8D-A429-43A1DA6FF1F6}"/>
          </ac:grpSpMkLst>
        </pc:grpChg>
        <pc:grpChg chg="mod">
          <ac:chgData name="Yuenong Mei(梅 月濃)" userId="e6685a25-1bc5-4a58-8438-cb63b0ea184f" providerId="ADAL" clId="{9EDEA3EC-83F1-4CFE-ACB3-67463D9BC2F6}" dt="2026-03-29T16:22:36.479" v="580"/>
          <ac:grpSpMkLst>
            <pc:docMk/>
            <pc:sldMk cId="3153311667" sldId="275"/>
            <ac:grpSpMk id="13" creationId="{4E98D428-8C51-EC1F-D5A4-9604C5C5961D}"/>
          </ac:grpSpMkLst>
        </pc:grpChg>
        <pc:grpChg chg="mod">
          <ac:chgData name="Yuenong Mei(梅 月濃)" userId="e6685a25-1bc5-4a58-8438-cb63b0ea184f" providerId="ADAL" clId="{9EDEA3EC-83F1-4CFE-ACB3-67463D9BC2F6}" dt="2026-03-29T16:22:36.479" v="580"/>
          <ac:grpSpMkLst>
            <pc:docMk/>
            <pc:sldMk cId="3153311667" sldId="275"/>
            <ac:grpSpMk id="14" creationId="{4472A10F-3395-2C39-D8E6-F94CBE930DD5}"/>
          </ac:grpSpMkLst>
        </pc:grpChg>
        <pc:grpChg chg="mod">
          <ac:chgData name="Yuenong Mei(梅 月濃)" userId="e6685a25-1bc5-4a58-8438-cb63b0ea184f" providerId="ADAL" clId="{9EDEA3EC-83F1-4CFE-ACB3-67463D9BC2F6}" dt="2026-03-29T16:22:36.479" v="580"/>
          <ac:grpSpMkLst>
            <pc:docMk/>
            <pc:sldMk cId="3153311667" sldId="275"/>
            <ac:grpSpMk id="17" creationId="{E868A037-A608-01D6-01E3-96CCF172C667}"/>
          </ac:grpSpMkLst>
        </pc:grpChg>
        <pc:picChg chg="mod">
          <ac:chgData name="Yuenong Mei(梅 月濃)" userId="e6685a25-1bc5-4a58-8438-cb63b0ea184f" providerId="ADAL" clId="{9EDEA3EC-83F1-4CFE-ACB3-67463D9BC2F6}" dt="2026-03-29T16:22:03.706" v="527" actId="108"/>
          <ac:picMkLst>
            <pc:docMk/>
            <pc:sldMk cId="3153311667" sldId="275"/>
            <ac:picMk id="4" creationId="{AE8687D7-8E8F-815D-65A8-DF57208E3D30}"/>
          </ac:picMkLst>
        </pc:picChg>
        <pc:picChg chg="mod">
          <ac:chgData name="Yuenong Mei(梅 月濃)" userId="e6685a25-1bc5-4a58-8438-cb63b0ea184f" providerId="ADAL" clId="{9EDEA3EC-83F1-4CFE-ACB3-67463D9BC2F6}" dt="2026-03-29T16:22:03.706" v="527" actId="108"/>
          <ac:picMkLst>
            <pc:docMk/>
            <pc:sldMk cId="3153311667" sldId="275"/>
            <ac:picMk id="6" creationId="{CFC59A89-7028-A8A9-3A6E-D305EF6F705A}"/>
          </ac:picMkLst>
        </pc:picChg>
        <pc:picChg chg="add mod">
          <ac:chgData name="Yuenong Mei(梅 月濃)" userId="e6685a25-1bc5-4a58-8438-cb63b0ea184f" providerId="ADAL" clId="{9EDEA3EC-83F1-4CFE-ACB3-67463D9BC2F6}" dt="2026-03-29T16:23:24.244" v="594" actId="1076"/>
          <ac:picMkLst>
            <pc:docMk/>
            <pc:sldMk cId="3153311667" sldId="275"/>
            <ac:picMk id="10" creationId="{3E270B4F-8C65-F664-7D6B-8DAA334E5A21}"/>
          </ac:picMkLst>
        </pc:picChg>
        <pc:cxnChg chg="mod">
          <ac:chgData name="Yuenong Mei(梅 月濃)" userId="e6685a25-1bc5-4a58-8438-cb63b0ea184f" providerId="ADAL" clId="{9EDEA3EC-83F1-4CFE-ACB3-67463D9BC2F6}" dt="2026-03-29T16:22:36.479" v="580"/>
          <ac:cxnSpMkLst>
            <pc:docMk/>
            <pc:sldMk cId="3153311667" sldId="275"/>
            <ac:cxnSpMk id="9" creationId="{ED31884A-243B-BACA-EEDA-F91026016A81}"/>
          </ac:cxnSpMkLst>
        </pc:cxnChg>
        <pc:cxnChg chg="mod">
          <ac:chgData name="Yuenong Mei(梅 月濃)" userId="e6685a25-1bc5-4a58-8438-cb63b0ea184f" providerId="ADAL" clId="{9EDEA3EC-83F1-4CFE-ACB3-67463D9BC2F6}" dt="2026-03-29T16:22:36.479" v="580"/>
          <ac:cxnSpMkLst>
            <pc:docMk/>
            <pc:sldMk cId="3153311667" sldId="275"/>
            <ac:cxnSpMk id="15" creationId="{DC067AF1-8EF4-30AE-CE15-106636CDE32A}"/>
          </ac:cxnSpMkLst>
        </pc:cxnChg>
      </pc:sldChg>
      <pc:sldChg chg="addSp delSp modSp add mod">
        <pc:chgData name="Yuenong Mei(梅 月濃)" userId="e6685a25-1bc5-4a58-8438-cb63b0ea184f" providerId="ADAL" clId="{9EDEA3EC-83F1-4CFE-ACB3-67463D9BC2F6}" dt="2026-03-29T16:25:16.199" v="671" actId="1076"/>
        <pc:sldMkLst>
          <pc:docMk/>
          <pc:sldMk cId="827755118" sldId="276"/>
        </pc:sldMkLst>
        <pc:spChg chg="mod">
          <ac:chgData name="Yuenong Mei(梅 月濃)" userId="e6685a25-1bc5-4a58-8438-cb63b0ea184f" providerId="ADAL" clId="{9EDEA3EC-83F1-4CFE-ACB3-67463D9BC2F6}" dt="2026-03-29T16:24:41.229" v="662" actId="20577"/>
          <ac:spMkLst>
            <pc:docMk/>
            <pc:sldMk cId="827755118" sldId="276"/>
            <ac:spMk id="2" creationId="{FBF2D218-708B-4387-F8BF-9D8300742086}"/>
          </ac:spMkLst>
        </pc:spChg>
        <pc:spChg chg="del">
          <ac:chgData name="Yuenong Mei(梅 月濃)" userId="e6685a25-1bc5-4a58-8438-cb63b0ea184f" providerId="ADAL" clId="{9EDEA3EC-83F1-4CFE-ACB3-67463D9BC2F6}" dt="2026-03-29T16:24:08.009" v="600" actId="478"/>
          <ac:spMkLst>
            <pc:docMk/>
            <pc:sldMk cId="827755118" sldId="276"/>
            <ac:spMk id="7" creationId="{AB024A8E-396D-FD13-5E5A-7330ADD60950}"/>
          </ac:spMkLst>
        </pc:spChg>
        <pc:spChg chg="mod">
          <ac:chgData name="Yuenong Mei(梅 月濃)" userId="e6685a25-1bc5-4a58-8438-cb63b0ea184f" providerId="ADAL" clId="{9EDEA3EC-83F1-4CFE-ACB3-67463D9BC2F6}" dt="2026-03-29T16:24:28.975" v="609" actId="165"/>
          <ac:spMkLst>
            <pc:docMk/>
            <pc:sldMk cId="827755118" sldId="276"/>
            <ac:spMk id="12" creationId="{2E6D87E1-C5A5-DB60-3588-6468D7F16004}"/>
          </ac:spMkLst>
        </pc:spChg>
        <pc:spChg chg="mod">
          <ac:chgData name="Yuenong Mei(梅 月濃)" userId="e6685a25-1bc5-4a58-8438-cb63b0ea184f" providerId="ADAL" clId="{9EDEA3EC-83F1-4CFE-ACB3-67463D9BC2F6}" dt="2026-03-29T16:24:28.975" v="609" actId="165"/>
          <ac:spMkLst>
            <pc:docMk/>
            <pc:sldMk cId="827755118" sldId="276"/>
            <ac:spMk id="16" creationId="{9018D909-A4E8-C740-8A3A-CEB065F9AB03}"/>
          </ac:spMkLst>
        </pc:spChg>
        <pc:grpChg chg="del">
          <ac:chgData name="Yuenong Mei(梅 月濃)" userId="e6685a25-1bc5-4a58-8438-cb63b0ea184f" providerId="ADAL" clId="{9EDEA3EC-83F1-4CFE-ACB3-67463D9BC2F6}" dt="2026-03-29T16:24:08.009" v="600" actId="478"/>
          <ac:grpSpMkLst>
            <pc:docMk/>
            <pc:sldMk cId="827755118" sldId="276"/>
            <ac:grpSpMk id="3" creationId="{00EAA8D5-45D8-BD56-E509-581A09AA5D2E}"/>
          </ac:grpSpMkLst>
        </pc:grpChg>
        <pc:grpChg chg="mod topLvl">
          <ac:chgData name="Yuenong Mei(梅 月濃)" userId="e6685a25-1bc5-4a58-8438-cb63b0ea184f" providerId="ADAL" clId="{9EDEA3EC-83F1-4CFE-ACB3-67463D9BC2F6}" dt="2026-03-29T16:24:28.975" v="609" actId="165"/>
          <ac:grpSpMkLst>
            <pc:docMk/>
            <pc:sldMk cId="827755118" sldId="276"/>
            <ac:grpSpMk id="13" creationId="{5BB9D36D-C34A-258A-8EE3-3C7B563881D8}"/>
          </ac:grpSpMkLst>
        </pc:grpChg>
        <pc:grpChg chg="mod topLvl">
          <ac:chgData name="Yuenong Mei(梅 月濃)" userId="e6685a25-1bc5-4a58-8438-cb63b0ea184f" providerId="ADAL" clId="{9EDEA3EC-83F1-4CFE-ACB3-67463D9BC2F6}" dt="2026-03-29T16:24:28.975" v="609" actId="165"/>
          <ac:grpSpMkLst>
            <pc:docMk/>
            <pc:sldMk cId="827755118" sldId="276"/>
            <ac:grpSpMk id="14" creationId="{227A548F-EF8E-FC6C-1CAE-ECC06F3A9B48}"/>
          </ac:grpSpMkLst>
        </pc:grpChg>
        <pc:grpChg chg="del mod">
          <ac:chgData name="Yuenong Mei(梅 月濃)" userId="e6685a25-1bc5-4a58-8438-cb63b0ea184f" providerId="ADAL" clId="{9EDEA3EC-83F1-4CFE-ACB3-67463D9BC2F6}" dt="2026-03-29T16:24:28.975" v="609" actId="165"/>
          <ac:grpSpMkLst>
            <pc:docMk/>
            <pc:sldMk cId="827755118" sldId="276"/>
            <ac:grpSpMk id="17" creationId="{66C24552-F991-2F9B-F23F-1252C866466B}"/>
          </ac:grpSpMkLst>
        </pc:grpChg>
        <pc:picChg chg="add mod">
          <ac:chgData name="Yuenong Mei(梅 月濃)" userId="e6685a25-1bc5-4a58-8438-cb63b0ea184f" providerId="ADAL" clId="{9EDEA3EC-83F1-4CFE-ACB3-67463D9BC2F6}" dt="2026-03-29T16:25:16.199" v="671" actId="1076"/>
          <ac:picMkLst>
            <pc:docMk/>
            <pc:sldMk cId="827755118" sldId="276"/>
            <ac:picMk id="8" creationId="{BCDF93A4-7FD4-B014-1C40-DCEEE4EE3500}"/>
          </ac:picMkLst>
        </pc:picChg>
        <pc:picChg chg="del">
          <ac:chgData name="Yuenong Mei(梅 月濃)" userId="e6685a25-1bc5-4a58-8438-cb63b0ea184f" providerId="ADAL" clId="{9EDEA3EC-83F1-4CFE-ACB3-67463D9BC2F6}" dt="2026-03-29T16:24:09.906" v="601" actId="478"/>
          <ac:picMkLst>
            <pc:docMk/>
            <pc:sldMk cId="827755118" sldId="276"/>
            <ac:picMk id="10" creationId="{B3A3F0B8-7152-E514-84A2-F2EB4AF1B988}"/>
          </ac:picMkLst>
        </pc:picChg>
        <pc:picChg chg="add del mod">
          <ac:chgData name="Yuenong Mei(梅 月濃)" userId="e6685a25-1bc5-4a58-8438-cb63b0ea184f" providerId="ADAL" clId="{9EDEA3EC-83F1-4CFE-ACB3-67463D9BC2F6}" dt="2026-03-29T16:24:18.022" v="605" actId="478"/>
          <ac:picMkLst>
            <pc:docMk/>
            <pc:sldMk cId="827755118" sldId="276"/>
            <ac:picMk id="11" creationId="{9B8EC3DA-8EDF-2B2D-5ED9-4105DD8FF8E3}"/>
          </ac:picMkLst>
        </pc:picChg>
        <pc:picChg chg="add mod">
          <ac:chgData name="Yuenong Mei(梅 月濃)" userId="e6685a25-1bc5-4a58-8438-cb63b0ea184f" providerId="ADAL" clId="{9EDEA3EC-83F1-4CFE-ACB3-67463D9BC2F6}" dt="2026-03-29T16:25:16.199" v="671" actId="1076"/>
          <ac:picMkLst>
            <pc:docMk/>
            <pc:sldMk cId="827755118" sldId="276"/>
            <ac:picMk id="19" creationId="{AEF18674-DC80-1FA7-3C30-04E4F0C5F45A}"/>
          </ac:picMkLst>
        </pc:picChg>
        <pc:cxnChg chg="mod">
          <ac:chgData name="Yuenong Mei(梅 月濃)" userId="e6685a25-1bc5-4a58-8438-cb63b0ea184f" providerId="ADAL" clId="{9EDEA3EC-83F1-4CFE-ACB3-67463D9BC2F6}" dt="2026-03-29T16:24:28.975" v="609" actId="165"/>
          <ac:cxnSpMkLst>
            <pc:docMk/>
            <pc:sldMk cId="827755118" sldId="276"/>
            <ac:cxnSpMk id="9" creationId="{2A83572E-624A-02D5-C4F1-7FF3C3573CC9}"/>
          </ac:cxnSpMkLst>
        </pc:cxnChg>
        <pc:cxnChg chg="mod">
          <ac:chgData name="Yuenong Mei(梅 月濃)" userId="e6685a25-1bc5-4a58-8438-cb63b0ea184f" providerId="ADAL" clId="{9EDEA3EC-83F1-4CFE-ACB3-67463D9BC2F6}" dt="2026-03-29T16:24:28.975" v="609" actId="165"/>
          <ac:cxnSpMkLst>
            <pc:docMk/>
            <pc:sldMk cId="827755118" sldId="276"/>
            <ac:cxnSpMk id="15" creationId="{C56FC676-F9D1-4921-88D6-A1FDBF77E465}"/>
          </ac:cxnSpMkLst>
        </pc:cxnChg>
      </pc:sldChg>
      <pc:sldChg chg="add del ord">
        <pc:chgData name="Yuenong Mei(梅 月濃)" userId="e6685a25-1bc5-4a58-8438-cb63b0ea184f" providerId="ADAL" clId="{9EDEA3EC-83F1-4CFE-ACB3-67463D9BC2F6}" dt="2026-03-29T16:23:33.344" v="596" actId="47"/>
        <pc:sldMkLst>
          <pc:docMk/>
          <pc:sldMk cId="2310877396" sldId="276"/>
        </pc:sldMkLst>
      </pc:sldChg>
      <pc:sldChg chg="add del ord">
        <pc:chgData name="Yuenong Mei(梅 月濃)" userId="e6685a25-1bc5-4a58-8438-cb63b0ea184f" providerId="ADAL" clId="{9EDEA3EC-83F1-4CFE-ACB3-67463D9BC2F6}" dt="2026-03-29T16:23:34.639" v="597" actId="47"/>
        <pc:sldMkLst>
          <pc:docMk/>
          <pc:sldMk cId="102259025" sldId="277"/>
        </pc:sldMkLst>
      </pc:sldChg>
      <pc:sldChg chg="add del ord">
        <pc:chgData name="Yuenong Mei(梅 月濃)" userId="e6685a25-1bc5-4a58-8438-cb63b0ea184f" providerId="ADAL" clId="{9EDEA3EC-83F1-4CFE-ACB3-67463D9BC2F6}" dt="2026-03-29T16:23:35.839" v="598" actId="47"/>
        <pc:sldMkLst>
          <pc:docMk/>
          <pc:sldMk cId="857372481" sldId="278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1587107069" sldId="725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841509981" sldId="755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3923769478" sldId="763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1615507440" sldId="764"/>
        </pc:sldMkLst>
      </pc:sldChg>
      <pc:sldChg chg="del">
        <pc:chgData name="Yuenong Mei(梅 月濃)" userId="e6685a25-1bc5-4a58-8438-cb63b0ea184f" providerId="ADAL" clId="{9EDEA3EC-83F1-4CFE-ACB3-67463D9BC2F6}" dt="2026-03-29T16:03:39.841" v="132" actId="47"/>
        <pc:sldMkLst>
          <pc:docMk/>
          <pc:sldMk cId="2629861754" sldId="9599"/>
        </pc:sldMkLst>
      </pc:sldChg>
      <pc:sldMasterChg chg="del delSldLayout">
        <pc:chgData name="Yuenong Mei(梅 月濃)" userId="e6685a25-1bc5-4a58-8438-cb63b0ea184f" providerId="ADAL" clId="{9EDEA3EC-83F1-4CFE-ACB3-67463D9BC2F6}" dt="2026-03-29T16:25:40.995" v="680" actId="47"/>
        <pc:sldMasterMkLst>
          <pc:docMk/>
          <pc:sldMasterMk cId="4264812552" sldId="2147483693"/>
        </pc:sldMasterMkLst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1958862341" sldId="2147483694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952162691" sldId="2147483695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3798358412" sldId="2147483696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3653674641" sldId="2147483697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1594885517" sldId="2147483698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1794391594" sldId="2147483699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2552702522" sldId="2147483700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4140152236" sldId="2147483701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4116374814" sldId="2147483702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3114799358" sldId="2147483703"/>
          </pc:sldLayoutMkLst>
        </pc:sldLayoutChg>
        <pc:sldLayoutChg chg="del">
          <pc:chgData name="Yuenong Mei(梅 月濃)" userId="e6685a25-1bc5-4a58-8438-cb63b0ea184f" providerId="ADAL" clId="{9EDEA3EC-83F1-4CFE-ACB3-67463D9BC2F6}" dt="2026-03-29T16:25:40.995" v="680" actId="47"/>
          <pc:sldLayoutMkLst>
            <pc:docMk/>
            <pc:sldMasterMk cId="4264812552" sldId="2147483693"/>
            <pc:sldLayoutMk cId="2483129545" sldId="2147483704"/>
          </pc:sldLayoutMkLst>
        </pc:sldLayoutChg>
      </pc:sldMasterChg>
      <pc:sldMasterChg chg="new del mod addSldLayout delSldLayout">
        <pc:chgData name="Yuenong Mei(梅 月濃)" userId="e6685a25-1bc5-4a58-8438-cb63b0ea184f" providerId="ADAL" clId="{9EDEA3EC-83F1-4CFE-ACB3-67463D9BC2F6}" dt="2026-03-29T16:04:59" v="143" actId="6938"/>
        <pc:sldMasterMkLst>
          <pc:docMk/>
          <pc:sldMasterMk cId="1971036004" sldId="2147483705"/>
        </pc:sldMasterMkLst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114753523" sldId="2147483706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125245123" sldId="2147483707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897296911" sldId="2147483708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3470377105" sldId="2147483709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3803141393" sldId="2147483710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4126788176" sldId="2147483711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822025321" sldId="2147483712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822208648" sldId="2147483713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279193317" sldId="2147483714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4007460834" sldId="2147483715"/>
          </pc:sldLayoutMkLst>
        </pc:sldLayoutChg>
        <pc:sldLayoutChg chg="new del replId">
          <pc:chgData name="Yuenong Mei(梅 月濃)" userId="e6685a25-1bc5-4a58-8438-cb63b0ea184f" providerId="ADAL" clId="{9EDEA3EC-83F1-4CFE-ACB3-67463D9BC2F6}" dt="2026-03-29T16:04:59" v="143" actId="6938"/>
          <pc:sldLayoutMkLst>
            <pc:docMk/>
            <pc:sldMasterMk cId="1971036004" sldId="2147483705"/>
            <pc:sldLayoutMk cId="1493786797" sldId="214748371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r">
              <a:defRPr sz="1300"/>
            </a:lvl1pPr>
          </a:lstStyle>
          <a:p>
            <a:fld id="{FB6409D9-4928-4AA2-BD16-180404E60F5B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6" tIns="49518" rIns="99036" bIns="4951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36" tIns="49518" rIns="99036" bIns="4951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r">
              <a:defRPr sz="1300"/>
            </a:lvl1pPr>
          </a:lstStyle>
          <a:p>
            <a:fld id="{E0A97678-B6A5-4EDE-8178-DDC7E2E02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72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2185BC3-CE44-B5DE-AE4C-3025CC79DFCE}"/>
              </a:ext>
            </a:extLst>
          </p:cNvPr>
          <p:cNvSpPr/>
          <p:nvPr userDrawn="1"/>
        </p:nvSpPr>
        <p:spPr bwMode="gray">
          <a:xfrm>
            <a:off x="-4781" y="1"/>
            <a:ext cx="3424654" cy="5143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09CB6CA-B89D-E85C-2420-23B2794FAB18}"/>
              </a:ext>
            </a:extLst>
          </p:cNvPr>
          <p:cNvCxnSpPr/>
          <p:nvPr userDrawn="1"/>
        </p:nvCxnSpPr>
        <p:spPr>
          <a:xfrm flipV="1">
            <a:off x="234865" y="2922814"/>
            <a:ext cx="28969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>
            <a:extLst>
              <a:ext uri="{FF2B5EF4-FFF2-40B4-BE49-F238E27FC236}">
                <a16:creationId xmlns:a16="http://schemas.microsoft.com/office/drawing/2014/main" id="{88493C17-C9E2-4C28-537C-460B3DB867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112506" y="244786"/>
            <a:ext cx="1121839" cy="51599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57965CF-39D3-FC39-3A10-333BF79B52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91295" y="595075"/>
            <a:ext cx="686099" cy="17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FCBAF08-C0B2-7157-1C29-557C66F385F4}"/>
              </a:ext>
            </a:extLst>
          </p:cNvPr>
          <p:cNvCxnSpPr>
            <a:cxnSpLocks/>
          </p:cNvCxnSpPr>
          <p:nvPr userDrawn="1"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タイトル 22">
            <a:extLst>
              <a:ext uri="{FF2B5EF4-FFF2-40B4-BE49-F238E27FC236}">
                <a16:creationId xmlns:a16="http://schemas.microsoft.com/office/drawing/2014/main" id="{87D7A3D2-4D38-7ADC-780F-44FC71A9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89" y="156602"/>
            <a:ext cx="7248112" cy="47566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3F9ED71-81AA-D31B-6EC3-B861A932DA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590" y="789554"/>
            <a:ext cx="8434882" cy="432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kumimoji="1" lang="ja-JP" altLang="en-US" dirty="0"/>
              <a:t>リード文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7368C1-029B-0284-536B-DD3DB0169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94" y="1377617"/>
            <a:ext cx="8434883" cy="3437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2648" indent="-272648">
              <a:buClr>
                <a:schemeClr val="accent2"/>
              </a:buClr>
              <a:buFont typeface="Wingdings" panose="05000000000000000000" pitchFamily="2" charset="2"/>
              <a:buChar char="n"/>
              <a:defRPr sz="105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36959" indent="-264313">
              <a:buClr>
                <a:schemeClr val="accent2"/>
              </a:buClr>
              <a:buFont typeface="Wingdings" panose="05000000000000000000" pitchFamily="2" charset="2"/>
              <a:buChar char="u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41762" indent="-132157">
              <a:buClr>
                <a:schemeClr val="accent2"/>
              </a:buClr>
              <a:buFont typeface="Wingdings" panose="05000000000000000000" pitchFamily="2" charset="2"/>
              <a:buChar char="ü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73918" indent="-132157">
              <a:buClr>
                <a:schemeClr val="accent2"/>
              </a:buClr>
              <a:buFont typeface="Wingdings" panose="05000000000000000000" pitchFamily="2" charset="2"/>
              <a:buChar char="Ø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46564" indent="-132157">
              <a:buClr>
                <a:schemeClr val="accent2"/>
              </a:buCl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F3097E7E-19CF-808B-103F-51524C514F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64809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AB7B85A-B892-9300-2B1D-C62E69844388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  <a:latin typeface="+mj-lt"/>
              </a:rPr>
              <a:t>©Dirbato Co., Ltd 2025 All Rights Reserved. &lt;Confidential&gt;</a:t>
            </a:r>
            <a:endParaRPr kumimoji="1" lang="ja-JP" altLang="en-US" sz="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スライド番号プレースホルダー 2">
            <a:extLst>
              <a:ext uri="{FF2B5EF4-FFF2-40B4-BE49-F238E27FC236}">
                <a16:creationId xmlns:a16="http://schemas.microsoft.com/office/drawing/2014/main" id="{1973620D-3D9A-8B62-169B-0FCBB18CC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ED54F3A-7C2D-90CD-0893-693020C8EF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7765975" y="123478"/>
            <a:ext cx="1019854" cy="46908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1044ED5-3985-5E53-1DEF-558BF7F459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423865" y="474778"/>
            <a:ext cx="468615" cy="1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3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16218EBB-B4D8-48A8-B3CD-7B2B57A5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19654"/>
            <a:ext cx="9140369" cy="53013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anchor="ctr">
            <a:normAutofit/>
          </a:bodyPr>
          <a:lstStyle>
            <a:lvl1pPr marL="132157" indent="0">
              <a:defRPr sz="2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CCDCB84F-BA41-C1F3-22C4-EB6FD0D7E9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957600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F008BA-9B7B-FA6B-0633-88AB162ABA01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  <a:latin typeface="+mj-lt"/>
              </a:rPr>
              <a:t>©Dirbato Co., Ltd 2025 All Rights Reserved. &lt;Confidential&gt;</a:t>
            </a:r>
            <a:endParaRPr kumimoji="1" lang="ja-JP" altLang="en-US" sz="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スライド番号プレースホルダー 2">
            <a:extLst>
              <a:ext uri="{FF2B5EF4-FFF2-40B4-BE49-F238E27FC236}">
                <a16:creationId xmlns:a16="http://schemas.microsoft.com/office/drawing/2014/main" id="{CA5B08F9-EE2C-7912-44E1-27BF65B3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D558DC-7753-F4BA-7F82-A1175B92FE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7765975" y="123478"/>
            <a:ext cx="1019854" cy="46908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B4FD40E-4DDE-BFAE-8DDD-D4C576145F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423865" y="474778"/>
            <a:ext cx="468615" cy="11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9D0A30-839F-4DBF-8D2C-21463FF4587E}"/>
              </a:ext>
            </a:extLst>
          </p:cNvPr>
          <p:cNvSpPr/>
          <p:nvPr userDrawn="1"/>
        </p:nvSpPr>
        <p:spPr>
          <a:xfrm>
            <a:off x="0" y="4894009"/>
            <a:ext cx="9144000" cy="249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7" name="図 6" descr="図形, 矢印&#10;&#10;自動的に生成された説明">
            <a:extLst>
              <a:ext uri="{FF2B5EF4-FFF2-40B4-BE49-F238E27FC236}">
                <a16:creationId xmlns:a16="http://schemas.microsoft.com/office/drawing/2014/main" id="{2253F13A-837F-5F90-8042-D984F4120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FB0AE1A-FB69-8CB4-2192-CD8D001C5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3635896" y="2139702"/>
            <a:ext cx="1642485" cy="7554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1EFAF2C-BB45-86C7-4F73-49D3F6164D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 bwMode="gray">
          <a:xfrm>
            <a:off x="4716016" y="2707041"/>
            <a:ext cx="754711" cy="1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8E46ECA8-C54B-423A-B5AD-A12440058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75" t="17246"/>
          <a:stretch/>
        </p:blipFill>
        <p:spPr>
          <a:xfrm>
            <a:off x="0" y="0"/>
            <a:ext cx="9142314" cy="514350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B593C8B-6401-4A0B-9F1F-A6F37A36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16" y="229236"/>
            <a:ext cx="1493168" cy="51509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41A1450-AC09-46E9-93B1-7D6B2C16F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93" y="608344"/>
            <a:ext cx="686099" cy="128275"/>
          </a:xfrm>
          <a:prstGeom prst="rect">
            <a:avLst/>
          </a:prstGeom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13E9F6F-A59D-4590-B22E-0687D751BA96}"/>
              </a:ext>
            </a:extLst>
          </p:cNvPr>
          <p:cNvCxnSpPr/>
          <p:nvPr/>
        </p:nvCxnSpPr>
        <p:spPr>
          <a:xfrm>
            <a:off x="524397" y="2829803"/>
            <a:ext cx="8095211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0627"/>
            <a:ext cx="7772400" cy="961845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7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027133"/>
            <a:ext cx="6858000" cy="916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ja-JP" dirty="0"/>
              <a:t>YYYY</a:t>
            </a:r>
            <a:r>
              <a:rPr lang="ja-JP" altLang="en-US" dirty="0"/>
              <a:t>年</a:t>
            </a:r>
            <a:r>
              <a:rPr lang="en-US" altLang="ja-JP" dirty="0"/>
              <a:t>MM</a:t>
            </a:r>
            <a:r>
              <a:rPr lang="ja-JP" altLang="en-US" dirty="0"/>
              <a:t>月</a:t>
            </a:r>
            <a:r>
              <a:rPr lang="en-US" altLang="ja-JP" dirty="0"/>
              <a:t>DD</a:t>
            </a:r>
            <a:r>
              <a:rPr lang="ja-JP" altLang="en-US" dirty="0"/>
              <a:t>日</a:t>
            </a:r>
            <a:endParaRPr lang="en-US" altLang="ja-JP" dirty="0"/>
          </a:p>
          <a:p>
            <a:r>
              <a:rPr lang="ja-JP" altLang="en-US" dirty="0"/>
              <a:t>株式会社</a:t>
            </a:r>
            <a:r>
              <a:rPr lang="en-US" altLang="ja-JP" dirty="0" err="1"/>
              <a:t>Dirbato</a:t>
            </a:r>
            <a:endParaRPr lang="en-US" dirty="0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4B088309-BF76-4ABF-8AF0-3A2A31C011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8A60CE4-F160-4C23-B3A9-A2B5A65EF0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2016" y="229236"/>
            <a:ext cx="1493168" cy="51509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69C17C7-B4C7-4614-B8AD-CB6DDD303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7993" y="608344"/>
            <a:ext cx="686099" cy="128275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25ED97A-0AB8-4A64-BE53-397031F1FD11}"/>
              </a:ext>
            </a:extLst>
          </p:cNvPr>
          <p:cNvCxnSpPr/>
          <p:nvPr userDrawn="1"/>
        </p:nvCxnSpPr>
        <p:spPr>
          <a:xfrm>
            <a:off x="524397" y="2829803"/>
            <a:ext cx="809521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FB23-46DD-A42E-B8FB-2F19931C4212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4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3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00D287E-03CB-483E-9026-EC7B4767155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33703" y="155390"/>
            <a:ext cx="1332751" cy="432000"/>
            <a:chOff x="7265880" y="405485"/>
            <a:chExt cx="1290673" cy="68744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D26A478C-90C9-429C-9BA5-A709BCC016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265880" y="405485"/>
              <a:ext cx="1202954" cy="68744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2BE53E5-3171-496B-95D7-EBEBB8AC0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06823" y="931862"/>
              <a:ext cx="549730" cy="150438"/>
            </a:xfrm>
            <a:prstGeom prst="rect">
              <a:avLst/>
            </a:prstGeom>
          </p:spPr>
        </p:pic>
      </p:grp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4879A3EF-5728-4EA9-9C31-DA0BEAA6F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3" name="タイトル 22">
            <a:extLst>
              <a:ext uri="{FF2B5EF4-FFF2-40B4-BE49-F238E27FC236}">
                <a16:creationId xmlns:a16="http://schemas.microsoft.com/office/drawing/2014/main" id="{37B83D23-01B1-482D-ACA9-0271F0A8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90" y="156567"/>
            <a:ext cx="7248112" cy="47566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90D95F5-6B4B-482B-AB70-5315EEA51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27" y="721478"/>
            <a:ext cx="8618647" cy="414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2654" indent="-272654">
              <a:buClr>
                <a:schemeClr val="accent2"/>
              </a:buClr>
              <a:buFont typeface="Wingdings" panose="05000000000000000000" pitchFamily="2" charset="2"/>
              <a:buChar char="n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36972" indent="-264319">
              <a:buClr>
                <a:schemeClr val="accent2"/>
              </a:buClr>
              <a:buFont typeface="Wingdings" panose="05000000000000000000" pitchFamily="2" charset="2"/>
              <a:buChar char="u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41785" indent="-132160">
              <a:buClr>
                <a:schemeClr val="accent2"/>
              </a:buClr>
              <a:buFont typeface="Wingdings" panose="05000000000000000000" pitchFamily="2" charset="2"/>
              <a:buChar char="ü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073944" indent="-132160">
              <a:buClr>
                <a:schemeClr val="accent2"/>
              </a:buClr>
              <a:buFont typeface="Wingdings" panose="05000000000000000000" pitchFamily="2" charset="2"/>
              <a:buChar char="Ø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346597" indent="-132160">
              <a:buClr>
                <a:schemeClr val="accent2"/>
              </a:buCl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3301B94-85C7-40E8-9B76-96903005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170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5A968BE-8715-4762-B9DC-824174831567}"/>
              </a:ext>
            </a:extLst>
          </p:cNvPr>
          <p:cNvCxnSpPr>
            <a:cxnSpLocks/>
          </p:cNvCxnSpPr>
          <p:nvPr/>
        </p:nvCxnSpPr>
        <p:spPr>
          <a:xfrm>
            <a:off x="257227" y="651092"/>
            <a:ext cx="8640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00D287E-03CB-483E-9026-EC7B4767155A}"/>
              </a:ext>
            </a:extLst>
          </p:cNvPr>
          <p:cNvGrpSpPr>
            <a:grpSpLocks noChangeAspect="1"/>
          </p:cNvGrpSpPr>
          <p:nvPr/>
        </p:nvGrpSpPr>
        <p:grpSpPr>
          <a:xfrm>
            <a:off x="7633703" y="155390"/>
            <a:ext cx="1332751" cy="432000"/>
            <a:chOff x="7265880" y="405485"/>
            <a:chExt cx="1290673" cy="68744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D26A478C-90C9-429C-9BA5-A709BCC016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265880" y="405485"/>
              <a:ext cx="1202954" cy="687449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2BE53E5-3171-496B-95D7-EBEBB8AC0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06823" y="931862"/>
              <a:ext cx="549730" cy="150438"/>
            </a:xfrm>
            <a:prstGeom prst="rect">
              <a:avLst/>
            </a:prstGeom>
          </p:spPr>
        </p:pic>
      </p:grp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16218EBB-B4D8-48A8-B3CD-7B2B57A5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41613"/>
            <a:ext cx="9140369" cy="53013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anchor="ctr">
            <a:normAutofit/>
          </a:bodyPr>
          <a:lstStyle>
            <a:lvl1pPr marL="132160" indent="0">
              <a:defRPr sz="21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4D39BD-E5BD-48DD-85E6-CC2B90B09F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DB711F-60A8-4E52-A9CF-F0F4FADD6F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282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9D0A30-839F-4DBF-8D2C-21463FF4587E}"/>
              </a:ext>
            </a:extLst>
          </p:cNvPr>
          <p:cNvSpPr/>
          <p:nvPr userDrawn="1"/>
        </p:nvSpPr>
        <p:spPr>
          <a:xfrm>
            <a:off x="0" y="4894009"/>
            <a:ext cx="9144000" cy="249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7446E0B-EA5D-43EB-A1C9-8CAF6390ED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875" t="17246"/>
          <a:stretch/>
        </p:blipFill>
        <p:spPr>
          <a:xfrm>
            <a:off x="0" y="0"/>
            <a:ext cx="9142314" cy="514350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C9CE849-AE2F-4511-84F4-D2FB1AFCD5F5}"/>
              </a:ext>
            </a:extLst>
          </p:cNvPr>
          <p:cNvGrpSpPr/>
          <p:nvPr/>
        </p:nvGrpSpPr>
        <p:grpSpPr>
          <a:xfrm>
            <a:off x="3314790" y="2054519"/>
            <a:ext cx="2438860" cy="1070918"/>
            <a:chOff x="3565750" y="2739359"/>
            <a:chExt cx="1936940" cy="1427890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1B479A1-CC53-45E4-A837-2CBA90D42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565750" y="2739359"/>
              <a:ext cx="1936940" cy="1106898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9A73C2B-6041-427B-AF13-D22C3FB49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008590" y="3879565"/>
              <a:ext cx="1051257" cy="287684"/>
            </a:xfrm>
            <a:prstGeom prst="rect">
              <a:avLst/>
            </a:prstGeom>
          </p:spPr>
        </p:pic>
      </p:grp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EA8A17-1459-484C-AA32-B78AC80E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97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C9CE849-AE2F-4511-84F4-D2FB1AFCD5F5}"/>
              </a:ext>
            </a:extLst>
          </p:cNvPr>
          <p:cNvGrpSpPr/>
          <p:nvPr userDrawn="1"/>
        </p:nvGrpSpPr>
        <p:grpSpPr>
          <a:xfrm>
            <a:off x="3314790" y="2054519"/>
            <a:ext cx="2438860" cy="1070918"/>
            <a:chOff x="3565750" y="2739359"/>
            <a:chExt cx="1936940" cy="1427890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1B479A1-CC53-45E4-A837-2CBA90D42B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5750" y="2739359"/>
              <a:ext cx="1936940" cy="1106898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9A73C2B-6041-427B-AF13-D22C3FB49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008590" y="3879565"/>
              <a:ext cx="1051257" cy="287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64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0A79A3-3E97-4B76-BF98-8B62A7AF10A1}"/>
              </a:ext>
            </a:extLst>
          </p:cNvPr>
          <p:cNvSpPr txBox="1">
            <a:spLocks/>
          </p:cNvSpPr>
          <p:nvPr/>
        </p:nvSpPr>
        <p:spPr>
          <a:xfrm>
            <a:off x="5369653" y="4966614"/>
            <a:ext cx="3818421" cy="2065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2CAE29-D5F2-4196-8595-0285F86C4297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6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240AEC8-CB63-A366-4A14-747DFC0D7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1485" y="490980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177183E-4305-455C-BE45-758BDF269D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6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9" r:id="rId2"/>
    <p:sldLayoutId id="2147483668" r:id="rId3"/>
    <p:sldLayoutId id="2147483669" r:id="rId4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2">
            <a:extLst>
              <a:ext uri="{FF2B5EF4-FFF2-40B4-BE49-F238E27FC236}">
                <a16:creationId xmlns:a16="http://schemas.microsoft.com/office/drawing/2014/main" id="{2CE495F6-46A1-42D8-BF47-2A5B27E6A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4944956"/>
            <a:ext cx="2057400" cy="206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7B24042-E500-4FCB-A87D-9DF6764A7B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0A79A3-3E97-4B76-BF98-8B62A7AF10A1}"/>
              </a:ext>
            </a:extLst>
          </p:cNvPr>
          <p:cNvSpPr txBox="1">
            <a:spLocks/>
          </p:cNvSpPr>
          <p:nvPr/>
        </p:nvSpPr>
        <p:spPr>
          <a:xfrm>
            <a:off x="5369649" y="4944956"/>
            <a:ext cx="3818421" cy="2065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ja-JP" altLang="en-US" sz="9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84ED48C-0ACD-4635-AD62-36C55A6AC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4956479"/>
            <a:ext cx="4573153" cy="187012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B22B62DC-5378-4FD7-828B-89BE2E1ADC3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4957591"/>
            <a:ext cx="9140370" cy="1859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002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050" dirty="0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2CAE29-D5F2-4196-8595-0285F86C4297}"/>
              </a:ext>
            </a:extLst>
          </p:cNvPr>
          <p:cNvSpPr txBox="1">
            <a:spLocks/>
          </p:cNvSpPr>
          <p:nvPr userDrawn="1"/>
        </p:nvSpPr>
        <p:spPr>
          <a:xfrm>
            <a:off x="2860158" y="4917884"/>
            <a:ext cx="6327912" cy="289991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750" dirty="0">
                <a:solidFill>
                  <a:schemeClr val="bg1"/>
                </a:solidFill>
              </a:rPr>
              <a:t>©Dirbato Co., Ltd 2023 All Rights Reserved. &lt;Confidential&gt;</a:t>
            </a:r>
            <a:endParaRPr kumimoji="1" lang="ja-JP" altLang="en-US" sz="7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2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E796CB-84F5-E283-B41F-4E63E6FCAE06}"/>
              </a:ext>
            </a:extLst>
          </p:cNvPr>
          <p:cNvSpPr txBox="1"/>
          <p:nvPr/>
        </p:nvSpPr>
        <p:spPr>
          <a:xfrm>
            <a:off x="251520" y="2499742"/>
            <a:ext cx="2854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+mj-lt"/>
              </a:rPr>
              <a:t>Story3-6</a:t>
            </a:r>
            <a:r>
              <a:rPr lang="ja-JP" altLang="en-US" b="1" dirty="0">
                <a:solidFill>
                  <a:schemeClr val="bg1"/>
                </a:solidFill>
                <a:latin typeface="+mj-lt"/>
              </a:rPr>
              <a:t>テスト結果報告</a:t>
            </a:r>
          </a:p>
        </p:txBody>
      </p:sp>
    </p:spTree>
    <p:extLst>
      <p:ext uri="{BB962C8B-B14F-4D97-AF65-F5344CB8AC3E}">
        <p14:creationId xmlns:p14="http://schemas.microsoft.com/office/powerpoint/2010/main" val="203301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E22090-F0FF-02D0-6105-6913C728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売上が一番多い国はどこですか？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D1633C-D9EF-593E-FF49-DC61860A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47C6A1D-004A-8EDD-002F-7D30C2EA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35" y="2283718"/>
            <a:ext cx="3890522" cy="142979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479E95-3201-F0B9-D4F3-5320A7CDF30A}"/>
              </a:ext>
            </a:extLst>
          </p:cNvPr>
          <p:cNvGrpSpPr/>
          <p:nvPr/>
        </p:nvGrpSpPr>
        <p:grpSpPr>
          <a:xfrm>
            <a:off x="322484" y="1399877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834F70B-5F4D-AB3F-9D8D-AFA8632F41A9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AE463904-1063-3808-BCC8-D1BE4A330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D313F49A-C25A-1FD4-FD36-C5D703EF316E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AA3083-681B-CA48-76CC-692DFD89C1F8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74B294FC-DC9D-E1F7-D633-709FC9597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261B53D-7AB5-7402-B37C-C55E9BC0E3DD}"/>
                  </a:ext>
                </a:extLst>
              </p:cNvPr>
              <p:cNvSpPr txBox="1"/>
              <p:nvPr/>
            </p:nvSpPr>
            <p:spPr>
              <a:xfrm>
                <a:off x="1175490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510553BD-F1A6-D83D-6C00-FB69F176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23" y="1989582"/>
            <a:ext cx="3449324" cy="201806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962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FA1E-9B53-28F8-3D3E-78B252B1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3485C-12F0-A870-E958-3F8BC304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売上</a:t>
            </a:r>
            <a:r>
              <a:rPr kumimoji="1" lang="en-US" altLang="ja-JP" dirty="0"/>
              <a:t>TOP5</a:t>
            </a:r>
            <a:r>
              <a:rPr kumimoji="1" lang="ja-JP" altLang="en-US" dirty="0"/>
              <a:t>の顧客は？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AD19E6-E5E0-2C52-86A6-A2FFBD05A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3012A69-A0E1-8EDA-E219-7C076756F76F}"/>
              </a:ext>
            </a:extLst>
          </p:cNvPr>
          <p:cNvGrpSpPr/>
          <p:nvPr/>
        </p:nvGrpSpPr>
        <p:grpSpPr>
          <a:xfrm>
            <a:off x="322484" y="772952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F785F68-0ED6-8C33-04F9-1EBA17EF7A62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827E65AC-E0E2-60F1-D36C-C8CEEBA02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ABC557E-39D1-13A5-FF4E-3E8DAF3F5323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DBCEAC96-B972-454E-E7DF-30CDC305534E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CB2D2AE9-BF5D-3F6D-E4E7-8BA9705FB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6133281-D287-D79C-940C-DD599B156633}"/>
                  </a:ext>
                </a:extLst>
              </p:cNvPr>
              <p:cNvSpPr txBox="1"/>
              <p:nvPr/>
            </p:nvSpPr>
            <p:spPr>
              <a:xfrm>
                <a:off x="1175491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89C7242-75B4-6C77-067A-4D0D6D9C2572}"/>
              </a:ext>
            </a:extLst>
          </p:cNvPr>
          <p:cNvSpPr/>
          <p:nvPr/>
        </p:nvSpPr>
        <p:spPr>
          <a:xfrm>
            <a:off x="322484" y="1131590"/>
            <a:ext cx="4102263" cy="377821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B2B3C3A-89D5-2E78-4265-A1007CBB1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114" y="1707654"/>
            <a:ext cx="4022541" cy="154289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5B0B644-5474-C372-93B2-4682A98077B5}"/>
              </a:ext>
            </a:extLst>
          </p:cNvPr>
          <p:cNvGrpSpPr/>
          <p:nvPr/>
        </p:nvGrpSpPr>
        <p:grpSpPr>
          <a:xfrm>
            <a:off x="659366" y="1238413"/>
            <a:ext cx="3428497" cy="3570071"/>
            <a:chOff x="2971364" y="871180"/>
            <a:chExt cx="6249272" cy="6507323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F14B6669-201D-8A62-B468-26C43E55C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1364" y="871180"/>
              <a:ext cx="6249272" cy="5115639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4B0034AD-9E1B-989F-4D2F-4390F0277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0416" y="3844235"/>
              <a:ext cx="6211167" cy="3534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524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078F-2155-295B-2156-1DF677D9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5AB0A-3EEC-F496-1839-7D8EF526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ドイツの顧客一覧を見せて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CB89D0-3DFB-C7D9-2028-C29F80AB5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7972C78-AA5A-4380-8146-15DD8B9BE62B}"/>
              </a:ext>
            </a:extLst>
          </p:cNvPr>
          <p:cNvGrpSpPr/>
          <p:nvPr/>
        </p:nvGrpSpPr>
        <p:grpSpPr>
          <a:xfrm>
            <a:off x="322484" y="744478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9852820-AAF5-2561-D504-1B5C73A048F6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9AA38A44-EA3A-F53E-C178-F8736F3AD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4941C04-4154-0D27-753C-15994B1CE9F0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135EB01B-6817-CBDB-EE1B-CFA66442E8E7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F7648461-F1E8-9BB0-5341-E148AFCB0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29CA8F3-BA88-3AF3-0DAA-A8488125B693}"/>
                  </a:ext>
                </a:extLst>
              </p:cNvPr>
              <p:cNvSpPr txBox="1"/>
              <p:nvPr/>
            </p:nvSpPr>
            <p:spPr>
              <a:xfrm>
                <a:off x="1175491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E05814-07A6-C4F8-B70B-53795C721CAB}"/>
              </a:ext>
            </a:extLst>
          </p:cNvPr>
          <p:cNvSpPr/>
          <p:nvPr/>
        </p:nvSpPr>
        <p:spPr>
          <a:xfrm>
            <a:off x="322484" y="1248533"/>
            <a:ext cx="4102263" cy="36179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40517F9-5A91-605F-F149-11FBA983A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794" y="1248533"/>
            <a:ext cx="3741179" cy="319752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EC4C1ED-BB5E-871B-DE3A-11BA0FF6D743}"/>
              </a:ext>
            </a:extLst>
          </p:cNvPr>
          <p:cNvGrpSpPr/>
          <p:nvPr/>
        </p:nvGrpSpPr>
        <p:grpSpPr>
          <a:xfrm>
            <a:off x="791892" y="1333204"/>
            <a:ext cx="3163445" cy="3481062"/>
            <a:chOff x="515954" y="882479"/>
            <a:chExt cx="4247775" cy="467426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8414C2B-8277-A068-2001-331C105E5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954" y="882479"/>
              <a:ext cx="4247775" cy="4254391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A3A11205-25AB-09BD-F04C-4DBE21DAB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148"/>
            <a:stretch>
              <a:fillRect/>
            </a:stretch>
          </p:blipFill>
          <p:spPr>
            <a:xfrm>
              <a:off x="609601" y="4890686"/>
              <a:ext cx="4009292" cy="666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846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DBE77-84EB-8259-3825-1187516F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A85779-192D-FA1B-2ED4-0538E3104505}"/>
              </a:ext>
            </a:extLst>
          </p:cNvPr>
          <p:cNvSpPr/>
          <p:nvPr/>
        </p:nvSpPr>
        <p:spPr>
          <a:xfrm>
            <a:off x="322484" y="1248533"/>
            <a:ext cx="4102263" cy="36179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A879FE6-CF14-ECFA-F567-8BF4777D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月別の注文件数の推移を見せて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68F4E0-8E49-F3FA-D7E4-B021999E2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868A037-A608-01D6-01E3-96CCF172C667}"/>
              </a:ext>
            </a:extLst>
          </p:cNvPr>
          <p:cNvGrpSpPr/>
          <p:nvPr/>
        </p:nvGrpSpPr>
        <p:grpSpPr>
          <a:xfrm>
            <a:off x="322484" y="826209"/>
            <a:ext cx="8499033" cy="307777"/>
            <a:chOff x="249431" y="1399877"/>
            <a:chExt cx="6824481" cy="30777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4E98D428-8C51-EC1F-D5A4-9604C5C5961D}"/>
                </a:ext>
              </a:extLst>
            </p:cNvPr>
            <p:cNvGrpSpPr/>
            <p:nvPr/>
          </p:nvGrpSpPr>
          <p:grpSpPr>
            <a:xfrm>
              <a:off x="249431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ED31884A-243B-BACA-EEDA-F91026016A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5B8A03-69A6-B8CB-0087-A71A832AFA4C}"/>
                  </a:ext>
                </a:extLst>
              </p:cNvPr>
              <p:cNvSpPr txBox="1"/>
              <p:nvPr/>
            </p:nvSpPr>
            <p:spPr>
              <a:xfrm>
                <a:off x="964926" y="1399877"/>
                <a:ext cx="18630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sz="1400" b="1" dirty="0"/>
                  <a:t>AI Chat</a:t>
                </a:r>
                <a:r>
                  <a:rPr kumimoji="1" lang="ja-JP" altLang="en-US" sz="1400" b="1" dirty="0"/>
                  <a:t>のテスト結果</a:t>
                </a:r>
                <a:endParaRPr kumimoji="1" lang="en-US" altLang="ja-JP" sz="14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472A10F-3395-2C39-D8E6-F94CBE930DD5}"/>
                </a:ext>
              </a:extLst>
            </p:cNvPr>
            <p:cNvGrpSpPr/>
            <p:nvPr/>
          </p:nvGrpSpPr>
          <p:grpSpPr>
            <a:xfrm>
              <a:off x="3779912" y="1399877"/>
              <a:ext cx="3294000" cy="307777"/>
              <a:chOff x="249431" y="1399877"/>
              <a:chExt cx="3294000" cy="307777"/>
            </a:xfrm>
          </p:grpSpPr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DC067AF1-8EF4-30AE-CE15-106636CDE3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431" y="1707654"/>
                <a:ext cx="329400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680CFEF-4E62-6026-B75F-52DD1465809C}"/>
                  </a:ext>
                </a:extLst>
              </p:cNvPr>
              <p:cNvSpPr txBox="1"/>
              <p:nvPr/>
            </p:nvSpPr>
            <p:spPr>
              <a:xfrm>
                <a:off x="1175491" y="1399877"/>
                <a:ext cx="14418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1400" b="1" dirty="0"/>
                  <a:t>正解（</a:t>
                </a:r>
                <a:r>
                  <a:rPr kumimoji="1" lang="en-US" altLang="ja-JP" sz="1400" b="1" dirty="0"/>
                  <a:t>SQL</a:t>
                </a:r>
                <a:r>
                  <a:rPr kumimoji="1" lang="ja-JP" altLang="en-US" sz="1400" b="1" dirty="0"/>
                  <a:t>で作成）</a:t>
                </a:r>
                <a:endParaRPr kumimoji="1" lang="en-US" altLang="ja-JP" sz="1400" b="1" dirty="0"/>
              </a:p>
            </p:txBody>
          </p:sp>
        </p:grp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CF8CA10-AA83-9E8D-A429-43A1DA6FF1F6}"/>
              </a:ext>
            </a:extLst>
          </p:cNvPr>
          <p:cNvGrpSpPr/>
          <p:nvPr/>
        </p:nvGrpSpPr>
        <p:grpSpPr>
          <a:xfrm>
            <a:off x="768012" y="1298140"/>
            <a:ext cx="3211205" cy="3447514"/>
            <a:chOff x="3057101" y="332943"/>
            <a:chExt cx="6077798" cy="652505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AE8687D7-8E8F-815D-65A8-DF57208E3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1864" y="332943"/>
              <a:ext cx="6068272" cy="6192114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CFC59A89-7028-A8A9-3A6E-D305EF6F7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7101" y="3638101"/>
              <a:ext cx="6077798" cy="3219899"/>
            </a:xfrm>
            <a:prstGeom prst="rect">
              <a:avLst/>
            </a:prstGeom>
          </p:spPr>
        </p:pic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3E270B4F-8C65-F664-7D6B-8DAA334E5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334" y="1524441"/>
            <a:ext cx="4024637" cy="16953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331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7324F-44FE-0AB4-9A0A-EB621FC4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F2D218-708B-4387-F8BF-9D830074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飲料カテゴリで一番売れている商品は？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00F0EF-2363-3423-2BAC-208B915F8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177183E-4305-455C-BE45-758BDF269D0A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BB9D36D-C34A-258A-8EE3-3C7B563881D8}"/>
              </a:ext>
            </a:extLst>
          </p:cNvPr>
          <p:cNvGrpSpPr/>
          <p:nvPr/>
        </p:nvGrpSpPr>
        <p:grpSpPr>
          <a:xfrm>
            <a:off x="322484" y="826209"/>
            <a:ext cx="4102263" cy="307777"/>
            <a:chOff x="249431" y="1399877"/>
            <a:chExt cx="3294000" cy="307777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2A83572E-624A-02D5-C4F1-7FF3C3573CC9}"/>
                </a:ext>
              </a:extLst>
            </p:cNvPr>
            <p:cNvCxnSpPr>
              <a:cxnSpLocks/>
            </p:cNvCxnSpPr>
            <p:nvPr/>
          </p:nvCxnSpPr>
          <p:spPr>
            <a:xfrm>
              <a:off x="249431" y="1707654"/>
              <a:ext cx="3294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E6D87E1-C5A5-DB60-3588-6468D7F16004}"/>
                </a:ext>
              </a:extLst>
            </p:cNvPr>
            <p:cNvSpPr txBox="1"/>
            <p:nvPr/>
          </p:nvSpPr>
          <p:spPr>
            <a:xfrm>
              <a:off x="964926" y="1399877"/>
              <a:ext cx="18630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400" b="1" dirty="0"/>
                <a:t>AI Chat</a:t>
              </a:r>
              <a:r>
                <a:rPr kumimoji="1" lang="ja-JP" altLang="en-US" sz="1400" b="1" dirty="0"/>
                <a:t>のテスト結果</a:t>
              </a:r>
              <a:endParaRPr kumimoji="1" lang="en-US" altLang="ja-JP" sz="1400" b="1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27A548F-EF8E-FC6C-1CAE-ECC06F3A9B48}"/>
              </a:ext>
            </a:extLst>
          </p:cNvPr>
          <p:cNvGrpSpPr/>
          <p:nvPr/>
        </p:nvGrpSpPr>
        <p:grpSpPr>
          <a:xfrm>
            <a:off x="4719254" y="826209"/>
            <a:ext cx="4102263" cy="307777"/>
            <a:chOff x="249431" y="1399877"/>
            <a:chExt cx="3294000" cy="307777"/>
          </a:xfrm>
        </p:grpSpPr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C56FC676-F9D1-4921-88D6-A1FDBF77E465}"/>
                </a:ext>
              </a:extLst>
            </p:cNvPr>
            <p:cNvCxnSpPr>
              <a:cxnSpLocks/>
            </p:cNvCxnSpPr>
            <p:nvPr/>
          </p:nvCxnSpPr>
          <p:spPr>
            <a:xfrm>
              <a:off x="249431" y="1707654"/>
              <a:ext cx="32940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018D909-A4E8-C740-8A3A-CEB065F9AB03}"/>
                </a:ext>
              </a:extLst>
            </p:cNvPr>
            <p:cNvSpPr txBox="1"/>
            <p:nvPr/>
          </p:nvSpPr>
          <p:spPr>
            <a:xfrm>
              <a:off x="1175491" y="1399877"/>
              <a:ext cx="14418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400" b="1" dirty="0"/>
                <a:t>正解（</a:t>
              </a:r>
              <a:r>
                <a:rPr kumimoji="1" lang="en-US" altLang="ja-JP" sz="1400" b="1" dirty="0"/>
                <a:t>SQL</a:t>
              </a:r>
              <a:r>
                <a:rPr kumimoji="1" lang="ja-JP" altLang="en-US" sz="1400" b="1" dirty="0"/>
                <a:t>で作成）</a:t>
              </a:r>
              <a:endParaRPr kumimoji="1" lang="en-US" altLang="ja-JP" sz="1400" b="1" dirty="0"/>
            </a:p>
          </p:txBody>
        </p:sp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BCDF93A4-7FD4-B014-1C40-DCEEE4EE3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7" y="1851670"/>
            <a:ext cx="3919115" cy="85749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EF18674-DC80-1FA7-3C30-04E4F0C5F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524" y="1851670"/>
            <a:ext cx="3983722" cy="203323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27755118"/>
      </p:ext>
    </p:extLst>
  </p:cSld>
  <p:clrMapOvr>
    <a:masterClrMapping/>
  </p:clrMapOvr>
</p:sld>
</file>

<file path=ppt/theme/theme1.xml><?xml version="1.0" encoding="utf-8"?>
<a:theme xmlns:a="http://schemas.openxmlformats.org/drawingml/2006/main" name="Dirbatoスライド">
  <a:themeElements>
    <a:clrScheme name="Dirbatoテンプレート2">
      <a:dk1>
        <a:sysClr val="windowText" lastClr="000000"/>
      </a:dk1>
      <a:lt1>
        <a:sysClr val="window" lastClr="FFFFFF"/>
      </a:lt1>
      <a:dk2>
        <a:srgbClr val="44546A"/>
      </a:dk2>
      <a:lt2>
        <a:srgbClr val="F2F2F2"/>
      </a:lt2>
      <a:accent1>
        <a:srgbClr val="1F2A69"/>
      </a:accent1>
      <a:accent2>
        <a:srgbClr val="2D508F"/>
      </a:accent2>
      <a:accent3>
        <a:srgbClr val="84A2D8"/>
      </a:accent3>
      <a:accent4>
        <a:srgbClr val="8496B0"/>
      </a:accent4>
      <a:accent5>
        <a:srgbClr val="85547F"/>
      </a:accent5>
      <a:accent6>
        <a:srgbClr val="C54A96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80000"/>
          </a:schemeClr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1" id="{3B07FB65-A7A7-40D3-8ED3-8059C3C23334}" vid="{CFE6F287-A370-48E5-B091-AA543A27F6F8}"/>
    </a:ext>
  </a:extLst>
</a:theme>
</file>

<file path=ppt/theme/theme2.xml><?xml version="1.0" encoding="utf-8"?>
<a:theme xmlns:a="http://schemas.openxmlformats.org/drawingml/2006/main" name="1_Dirbatoスライ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6D16338C424A469B0A77E575E07CD1" ma:contentTypeVersion="20" ma:contentTypeDescription="新しいドキュメントを作成します。" ma:contentTypeScope="" ma:versionID="789332a90d076580d12d889a4e17f3b8">
  <xsd:schema xmlns:xsd="http://www.w3.org/2001/XMLSchema" xmlns:xs="http://www.w3.org/2001/XMLSchema" xmlns:p="http://schemas.microsoft.com/office/2006/metadata/properties" xmlns:ns2="4f9be95f-e197-4002-a9df-e9ca1ee2cb52" xmlns:ns3="087cc0fe-3b5f-4367-8849-9fdb0a6c1013" targetNamespace="http://schemas.microsoft.com/office/2006/metadata/properties" ma:root="true" ma:fieldsID="6a999e45c8f9f7b4ef09951182a03be3" ns2:_="" ns3:_="">
    <xsd:import namespace="4f9be95f-e197-4002-a9df-e9ca1ee2cb52"/>
    <xsd:import namespace="087cc0fe-3b5f-4367-8849-9fdb0a6c10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x30bf__x30b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9be95f-e197-4002-a9df-e9ca1ee2c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e83a208-e79f-4b36-92e3-e34bf2c38f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bf__x30b0_" ma:index="23" nillable="true" ma:displayName="tag" ma:format="Dropdown" ma:internalName="_x30bf__x30b0_">
      <xsd:simpleType>
        <xsd:restriction base="dms:Choice">
          <xsd:enumeration value="manual"/>
          <xsd:enumeration value="info"/>
          <xsd:enumeration value="regulation"/>
          <xsd:enumeration value="knowledg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cc0fe-3b5f-4367-8849-9fdb0a6c101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hidden="true" ma:internalName="SharedWithDetails" ma:readOnly="true">
      <xsd:simpleType>
        <xsd:restriction base="dms:Note"/>
      </xsd:simpleType>
    </xsd:element>
    <xsd:element name="TaxCatchAll" ma:index="18" nillable="true" ma:displayName="Taxonomy Catch All Column" ma:hidden="true" ma:list="{77054f5c-f614-4efb-8424-72f93fc50a87}" ma:internalName="TaxCatchAll" ma:showField="CatchAllData" ma:web="087cc0fe-3b5f-4367-8849-9fdb0a6c10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87cc0fe-3b5f-4367-8849-9fdb0a6c1013" xsi:nil="true"/>
    <lcf76f155ced4ddcb4097134ff3c332f xmlns="4f9be95f-e197-4002-a9df-e9ca1ee2cb52">
      <Terms xmlns="http://schemas.microsoft.com/office/infopath/2007/PartnerControls"/>
    </lcf76f155ced4ddcb4097134ff3c332f>
    <_x30bf__x30b0_ xmlns="4f9be95f-e197-4002-a9df-e9ca1ee2cb52">knowledge</_x30bf__x30b0_>
  </documentManagement>
</p:properties>
</file>

<file path=customXml/itemProps1.xml><?xml version="1.0" encoding="utf-8"?>
<ds:datastoreItem xmlns:ds="http://schemas.openxmlformats.org/officeDocument/2006/customXml" ds:itemID="{59701860-A169-4243-8100-74BDDA3CA9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9be95f-e197-4002-a9df-e9ca1ee2cb52"/>
    <ds:schemaRef ds:uri="087cc0fe-3b5f-4367-8849-9fdb0a6c10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7A5FDF-C83D-4A49-9A9B-D9D058F4C0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9F62B7-A06E-4187-A348-9A69A3544966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4f9be95f-e197-4002-a9df-e9ca1ee2cb52"/>
    <ds:schemaRef ds:uri="http://schemas.openxmlformats.org/package/2006/metadata/core-properties"/>
    <ds:schemaRef ds:uri="http://purl.org/dc/dcmitype/"/>
    <ds:schemaRef ds:uri="087cc0fe-3b5f-4367-8849-9fdb0a6c1013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Dirbatoテンプレート(4×3) (2)</Template>
  <TotalTime>3891</TotalTime>
  <Words>103</Words>
  <Application>Microsoft Office PowerPoint</Application>
  <PresentationFormat>画面に合わせる (16:9)</PresentationFormat>
  <Paragraphs>21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Meiryo UI</vt:lpstr>
      <vt:lpstr>ＭＳ Ｐゴシック</vt:lpstr>
      <vt:lpstr>游ゴシック</vt:lpstr>
      <vt:lpstr>Arial</vt:lpstr>
      <vt:lpstr>Wingdings</vt:lpstr>
      <vt:lpstr>Dirbatoスライド</vt:lpstr>
      <vt:lpstr>1_Dirbatoスライド</vt:lpstr>
      <vt:lpstr>PowerPoint プレゼンテーション</vt:lpstr>
      <vt:lpstr>売上が一番多い国はどこですか？</vt:lpstr>
      <vt:lpstr>売上TOP5の顧客は？</vt:lpstr>
      <vt:lpstr>ドイツの顧客一覧を見せて</vt:lpstr>
      <vt:lpstr>月別の注文件数の推移を見せて</vt:lpstr>
      <vt:lpstr>飲料カテゴリで一番売れている商品は？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Takashi  Jin</dc:creator>
  <cp:lastModifiedBy>Yuenong Mei(梅 月濃)</cp:lastModifiedBy>
  <cp:revision>67</cp:revision>
  <cp:lastPrinted>2019-04-02T09:23:25Z</cp:lastPrinted>
  <dcterms:created xsi:type="dcterms:W3CDTF">2023-01-05T05:19:28Z</dcterms:created>
  <dcterms:modified xsi:type="dcterms:W3CDTF">2026-03-29T16:26:38Z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0x0101001F6D16338C424A469B0A77E575E07CD1</vt:lpwstr>
  </property>
  <property fmtid="{D5CDD505-2E9C-101B-9397-08002B2CF9AE}" pid="3" name="MediaServiceImageTags">
    <vt:lpwstr/>
  </property>
</Properties>
</file>