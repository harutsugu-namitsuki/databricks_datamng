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CD96F0-ABBF-48B8-A142-522EB174F080}" v="1" dt="2026-03-29T16:20:54.5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enong Mei(梅 月濃)" userId="e6685a25-1bc5-4a58-8438-cb63b0ea184f" providerId="ADAL" clId="{9EDEA3EC-83F1-4CFE-ACB3-67463D9BC2F6}"/>
    <pc:docChg chg="modSld">
      <pc:chgData name="Yuenong Mei(梅 月濃)" userId="e6685a25-1bc5-4a58-8438-cb63b0ea184f" providerId="ADAL" clId="{9EDEA3EC-83F1-4CFE-ACB3-67463D9BC2F6}" dt="2026-03-29T16:20:54.521" v="0" actId="164"/>
      <pc:docMkLst>
        <pc:docMk/>
      </pc:docMkLst>
      <pc:sldChg chg="addSp modSp">
        <pc:chgData name="Yuenong Mei(梅 月濃)" userId="e6685a25-1bc5-4a58-8438-cb63b0ea184f" providerId="ADAL" clId="{9EDEA3EC-83F1-4CFE-ACB3-67463D9BC2F6}" dt="2026-03-29T16:20:54.521" v="0" actId="164"/>
        <pc:sldMkLst>
          <pc:docMk/>
          <pc:sldMk cId="4193905885" sldId="260"/>
        </pc:sldMkLst>
        <pc:grpChg chg="add mod">
          <ac:chgData name="Yuenong Mei(梅 月濃)" userId="e6685a25-1bc5-4a58-8438-cb63b0ea184f" providerId="ADAL" clId="{9EDEA3EC-83F1-4CFE-ACB3-67463D9BC2F6}" dt="2026-03-29T16:20:54.521" v="0" actId="164"/>
          <ac:grpSpMkLst>
            <pc:docMk/>
            <pc:sldMk cId="4193905885" sldId="260"/>
            <ac:grpSpMk id="2" creationId="{18B02A8E-183A-756E-9A79-C3E5E216EC09}"/>
          </ac:grpSpMkLst>
        </pc:grpChg>
        <pc:picChg chg="mod">
          <ac:chgData name="Yuenong Mei(梅 月濃)" userId="e6685a25-1bc5-4a58-8438-cb63b0ea184f" providerId="ADAL" clId="{9EDEA3EC-83F1-4CFE-ACB3-67463D9BC2F6}" dt="2026-03-29T16:20:54.521" v="0" actId="164"/>
          <ac:picMkLst>
            <pc:docMk/>
            <pc:sldMk cId="4193905885" sldId="260"/>
            <ac:picMk id="3" creationId="{B6D11B17-CD51-F06D-291B-05136EE9DFBB}"/>
          </ac:picMkLst>
        </pc:picChg>
        <pc:picChg chg="mod">
          <ac:chgData name="Yuenong Mei(梅 月濃)" userId="e6685a25-1bc5-4a58-8438-cb63b0ea184f" providerId="ADAL" clId="{9EDEA3EC-83F1-4CFE-ACB3-67463D9BC2F6}" dt="2026-03-29T16:20:54.521" v="0" actId="164"/>
          <ac:picMkLst>
            <pc:docMk/>
            <pc:sldMk cId="4193905885" sldId="260"/>
            <ac:picMk id="4" creationId="{E6EDA703-151F-C172-06D7-43AFE3C0EE0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8A50CA-D07B-70D9-42B5-041A0B987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E923AC9-9205-3D4B-73CF-4E3792700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2CDDAD-67B6-7FE4-3C1E-058A3A019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A45CBB-71E3-A746-3654-AC014A78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DCD3D0-7864-576F-F645-005953BDF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6688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C3396F-F585-0461-BA17-4714F0427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E02303-7C63-81BB-5156-ACDA0D6F2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AEA826-B646-EEC3-6915-F7FDA7FAA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1180C6-3C7A-148D-84FF-371DEED04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1AFA76-A08F-1A4B-A74E-E622286A3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9075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F56F8C-32E5-AC42-2B53-3F80191EC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F7C40B-0E95-36FB-6EA2-D88CF12EB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D0A840-4FE5-450F-3302-EBA244E30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9EF9-76D1-D9D8-BA25-425E40CAD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3FFA57-52A8-6000-7AE4-C7E40023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2500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71077F-EAEA-4442-8B81-8B48875EC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AB6143-E92B-11B3-6637-CD4146B408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899D23-2287-BD7C-1DD0-82B13BE2D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B7BBD4A-BCEF-CD12-7F1D-18904E11F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4F6D5B2-4E8F-9987-41CD-4A8310033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4200AAA-1D9C-09C0-3425-6241FD6BD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4640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0B7967-013A-AB06-B3EB-669867EA3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FFDF05-63C5-2C9F-56FB-4AF20C992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7F59400-31A4-C05E-9781-68D30FA91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F232C19-3586-FD3D-5762-C24AE3F8A1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65752EB-4291-937F-4E44-1A3685B31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CA43AE3-6E90-3EF4-C9D4-99B159DFE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B8B7E5C-0EEC-E42B-D560-26C91E004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9B82C89-9A27-833E-4591-7C4087C23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501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16D8BC-96AB-1EA6-AFCB-BF1AFA9EE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0E24F33-5704-3422-A06A-58CC0BDA3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2379402-F0BA-34D5-FAED-3384ACD4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2A850B-DBB5-49EB-FB9C-F2BE18DF1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7029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48D43BB-6250-1C70-98BC-3776F3D65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5E486B3-6B39-ABA7-21D1-B7DC3D3F3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AA8EEF1-2A56-308C-76C4-3765E395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0904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DCB0DF-FCDB-7A3B-139B-90AFE936B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D3ECA7-132C-E75B-D24B-3C395B5D1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745AF37-405D-FCCA-CDEE-F08871386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BB5E33-1833-B772-219A-70937FD83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1B4EDCD-2E9F-C849-0CE4-0F8AC9CE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097F122-A0F1-DC57-508C-66A48496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277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D64880-0F66-8083-4BB3-0583FFE9D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FF23A18-1B37-974C-B77E-8256FC8D4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2200FDF-06C6-56B7-6A60-DFE343AF5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B79EEC-1F53-1933-8F3C-FE8D1B6C0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12824BA-0A52-A3E6-D226-57BA76713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BAB6C6-30E7-F7BC-660D-7210EF707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2206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401C6F-CB92-BDFE-8FEE-7C56FF01B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AC36B37-4610-C4D8-6E75-93AA848FB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BA0E4C-C644-4FEF-D4EB-9746815EF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96844A-51CF-6B0A-CB90-6EB2B5369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F7F6C4-9128-E806-EEE2-8CC98F37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4413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41482AA-ABA4-780A-AC9C-4E26B21875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1B0AED5-8BBA-5CA5-3923-6BE4CB33F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5C4EB5-B939-4154-E547-C33C126C8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1C015C-9E95-0AF2-842A-74CDA58C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43F1F7-7D4B-05ED-95DC-8244B12F8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6748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E6053FE-B9A5-301A-9A3D-274CADF10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FBC71E-8612-A0D5-2E98-3698898B1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8CC1B4-7E2A-D4E1-231E-4F6DB3793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B565BB-120B-0BBD-8BC9-0F4EE11D22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4F4B8A-FF05-85CF-E501-DC2162F32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3267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AF2E939-0B87-3C59-8C65-D6F7898E8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74" y="2319182"/>
            <a:ext cx="6039693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84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CA8A393-46D5-377E-9C25-215BDF777E53}"/>
              </a:ext>
            </a:extLst>
          </p:cNvPr>
          <p:cNvGrpSpPr/>
          <p:nvPr/>
        </p:nvGrpSpPr>
        <p:grpSpPr>
          <a:xfrm>
            <a:off x="433755" y="693717"/>
            <a:ext cx="3716214" cy="5470565"/>
            <a:chOff x="1" y="475838"/>
            <a:chExt cx="4335472" cy="6382162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FC44D174-02E4-5057-F909-FFFA1AB9A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" y="475838"/>
              <a:ext cx="4335472" cy="4072716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8ED733E5-5506-ABCE-39AC-69E9E49AB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973" y="4545748"/>
              <a:ext cx="4223801" cy="23122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7959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30F35-77A9-32FC-EC2C-CBAA75830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56CBA0D-8ED4-FBA5-A674-E6792C72CDA3}"/>
              </a:ext>
            </a:extLst>
          </p:cNvPr>
          <p:cNvGrpSpPr/>
          <p:nvPr/>
        </p:nvGrpSpPr>
        <p:grpSpPr>
          <a:xfrm>
            <a:off x="597877" y="961292"/>
            <a:ext cx="3802821" cy="5263662"/>
            <a:chOff x="2971364" y="871180"/>
            <a:chExt cx="6249272" cy="8649907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76E9A2D0-4CC0-FEC6-A33E-A8FFD6870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71364" y="871180"/>
              <a:ext cx="6249272" cy="5115639"/>
            </a:xfrm>
            <a:prstGeom prst="rect">
              <a:avLst/>
            </a:prstGeom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6BEC0118-2A9C-E837-2BC9-CF8C6D3256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90416" y="5986819"/>
              <a:ext cx="6211167" cy="3534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33733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9F2F3-DCCD-2D89-C0B5-2568B01D6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482C35D-81F1-9F10-39CA-0D57172C9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443" y="814022"/>
            <a:ext cx="6373114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184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6A83C-7106-2485-7D4A-2F21F5828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8B02A8E-183A-756E-9A79-C3E5E216EC09}"/>
              </a:ext>
            </a:extLst>
          </p:cNvPr>
          <p:cNvGrpSpPr/>
          <p:nvPr/>
        </p:nvGrpSpPr>
        <p:grpSpPr>
          <a:xfrm>
            <a:off x="515954" y="882479"/>
            <a:ext cx="4247775" cy="4674260"/>
            <a:chOff x="515954" y="882479"/>
            <a:chExt cx="4247775" cy="4674260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B6D11B17-CD51-F06D-291B-05136EE9D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5954" y="882479"/>
              <a:ext cx="4247775" cy="4254391"/>
            </a:xfrm>
            <a:prstGeom prst="rect">
              <a:avLst/>
            </a:prstGeom>
          </p:spPr>
        </p:pic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E6EDA703-151F-C172-06D7-43AFE3C0E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3148"/>
            <a:stretch>
              <a:fillRect/>
            </a:stretch>
          </p:blipFill>
          <p:spPr>
            <a:xfrm>
              <a:off x="609601" y="4890686"/>
              <a:ext cx="4009292" cy="6660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93905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01C56-766C-161D-2E29-7A0A9454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7E35D693-87F8-A1AE-242E-551B25E3138F}"/>
              </a:ext>
            </a:extLst>
          </p:cNvPr>
          <p:cNvGrpSpPr/>
          <p:nvPr/>
        </p:nvGrpSpPr>
        <p:grpSpPr>
          <a:xfrm>
            <a:off x="302177" y="881579"/>
            <a:ext cx="4745617" cy="5094842"/>
            <a:chOff x="3057101" y="332943"/>
            <a:chExt cx="6077798" cy="6525057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ECEC8F86-FBEF-9591-8977-87844569A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61864" y="332943"/>
              <a:ext cx="6068272" cy="6192114"/>
            </a:xfrm>
            <a:prstGeom prst="rect">
              <a:avLst/>
            </a:prstGeom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212F6502-8B2D-B865-4838-12A9B3980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57101" y="3638101"/>
              <a:ext cx="6077798" cy="32198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3567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AEF5673-1392-DBDB-78EF-45B7853C6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60" y="2752630"/>
            <a:ext cx="6182588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437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ワイド画面</PresentationFormat>
  <Paragraphs>0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Yuenong Mei(梅 月濃)</dc:creator>
  <cp:lastModifiedBy>Yuenong Mei(梅 月濃)</cp:lastModifiedBy>
  <cp:revision>2</cp:revision>
  <dcterms:created xsi:type="dcterms:W3CDTF">2026-03-29T15:55:59Z</dcterms:created>
  <dcterms:modified xsi:type="dcterms:W3CDTF">2026-03-29T16:21:03Z</dcterms:modified>
</cp:coreProperties>
</file>